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22"/>
  </p:notesMasterIdLst>
  <p:handoutMasterIdLst>
    <p:handoutMasterId r:id="rId23"/>
  </p:handoutMasterIdLst>
  <p:sldIdLst>
    <p:sldId id="256" r:id="rId2"/>
    <p:sldId id="295" r:id="rId3"/>
    <p:sldId id="328" r:id="rId4"/>
    <p:sldId id="297" r:id="rId5"/>
    <p:sldId id="258" r:id="rId6"/>
    <p:sldId id="306" r:id="rId7"/>
    <p:sldId id="307" r:id="rId8"/>
    <p:sldId id="308" r:id="rId9"/>
    <p:sldId id="309" r:id="rId10"/>
    <p:sldId id="301" r:id="rId11"/>
    <p:sldId id="310" r:id="rId12"/>
    <p:sldId id="335" r:id="rId13"/>
    <p:sldId id="284" r:id="rId14"/>
    <p:sldId id="285" r:id="rId15"/>
    <p:sldId id="286" r:id="rId16"/>
    <p:sldId id="287" r:id="rId17"/>
    <p:sldId id="315" r:id="rId18"/>
    <p:sldId id="259" r:id="rId19"/>
    <p:sldId id="316" r:id="rId20"/>
    <p:sldId id="292" r:id="rId2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10/20/2025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10/20/2025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Ethics in SWE </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Dr. Lo’ai Tawalbeh</a:t>
            </a: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dirty="0"/>
              <a:t>10/20/2025</a:t>
            </a:r>
            <a:endParaRPr lang="en-US" dirty="0"/>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dirty="0"/>
              <a:t>20/10/2025</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modelling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417638"/>
            <a:ext cx="8660959" cy="4667995"/>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a:t>
            </a:r>
          </a:p>
          <a:p>
            <a:r>
              <a:rPr lang="en-GB" dirty="0"/>
              <a:t>Service-oriented systems</a:t>
            </a:r>
          </a:p>
          <a:p>
            <a:pPr lvl="1"/>
            <a:r>
              <a:rPr lang="en-GB" dirty="0"/>
              <a:t>Software may be implemented using service-oriented software engineering, where the software components are stand-alone web services.  </a:t>
            </a:r>
          </a:p>
          <a:p>
            <a:pPr lvl="1"/>
            <a:r>
              <a:rPr lang="en-GB" dirty="0"/>
              <a:t>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12</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1955</TotalTime>
  <Words>1643</Words>
  <Application>Microsoft Office PowerPoint</Application>
  <PresentationFormat>On-screen Show (4:3)</PresentationFormat>
  <Paragraphs>169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SE10 slides</vt:lpstr>
      <vt:lpstr>Ethics in SWE </vt:lpstr>
      <vt:lpstr>Topics covered</vt:lpstr>
      <vt:lpstr>Professional software development</vt:lpstr>
      <vt:lpstr>Software products</vt:lpstr>
      <vt:lpstr>Essential attributes of good software</vt:lpstr>
      <vt:lpstr>Application types</vt:lpstr>
      <vt:lpstr>Application types</vt:lpstr>
      <vt:lpstr>Application types</vt:lpstr>
      <vt:lpstr>Software engineering fundamentals</vt:lpstr>
      <vt:lpstr>Internet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dilemmas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Lo'ai Tawalbeh</cp:lastModifiedBy>
  <cp:revision>39</cp:revision>
  <dcterms:created xsi:type="dcterms:W3CDTF">2009-12-29T10:39:27Z</dcterms:created>
  <dcterms:modified xsi:type="dcterms:W3CDTF">2025-10-20T14:04:00Z</dcterms:modified>
</cp:coreProperties>
</file>