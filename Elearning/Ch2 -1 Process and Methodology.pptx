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97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0" r:id="rId10"/>
    <p:sldId id="268" r:id="rId11"/>
    <p:sldId id="261" r:id="rId12"/>
    <p:sldId id="262" r:id="rId13"/>
    <p:sldId id="301" r:id="rId14"/>
    <p:sldId id="269" r:id="rId15"/>
    <p:sldId id="270" r:id="rId16"/>
    <p:sldId id="271" r:id="rId17"/>
    <p:sldId id="302" r:id="rId18"/>
    <p:sldId id="288" r:id="rId19"/>
    <p:sldId id="320" r:id="rId20"/>
    <p:sldId id="274" r:id="rId21"/>
    <p:sldId id="275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9" r:id="rId31"/>
    <p:sldId id="290" r:id="rId32"/>
    <p:sldId id="291" r:id="rId33"/>
    <p:sldId id="292" r:id="rId34"/>
    <p:sldId id="293" r:id="rId35"/>
    <p:sldId id="300" r:id="rId36"/>
    <p:sldId id="295" r:id="rId37"/>
    <p:sldId id="296" r:id="rId3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67" d="100"/>
          <a:sy n="67" d="100"/>
        </p:scale>
        <p:origin x="14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550233-546B-4A7A-B60C-A8D31A1F33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FE58A5-B7DA-48D4-88FB-77B91A24D30C}">
      <dgm:prSet/>
      <dgm:spPr/>
      <dgm:t>
        <a:bodyPr/>
        <a:lstStyle/>
        <a:p>
          <a:r>
            <a:rPr lang="en-US" dirty="0"/>
            <a:t>Chapter 2</a:t>
          </a:r>
        </a:p>
      </dgm:t>
    </dgm:pt>
    <dgm:pt modelId="{72D226BD-4141-4322-98C4-C96A4A685673}" type="parTrans" cxnId="{752A8501-574E-4A3F-A956-FCADD3CFC060}">
      <dgm:prSet/>
      <dgm:spPr/>
      <dgm:t>
        <a:bodyPr/>
        <a:lstStyle/>
        <a:p>
          <a:endParaRPr lang="en-US"/>
        </a:p>
      </dgm:t>
    </dgm:pt>
    <dgm:pt modelId="{EFEC3284-8C2B-4350-B95F-804FB84864B2}" type="sibTrans" cxnId="{752A8501-574E-4A3F-A956-FCADD3CFC060}">
      <dgm:prSet/>
      <dgm:spPr/>
      <dgm:t>
        <a:bodyPr/>
        <a:lstStyle/>
        <a:p>
          <a:endParaRPr lang="en-US"/>
        </a:p>
      </dgm:t>
    </dgm:pt>
    <dgm:pt modelId="{CC616C88-BD89-4667-816C-97D5463D467F}">
      <dgm:prSet/>
      <dgm:spPr/>
      <dgm:t>
        <a:bodyPr/>
        <a:lstStyle/>
        <a:p>
          <a:r>
            <a:rPr lang="en-US" b="1" dirty="0"/>
            <a:t>Process</a:t>
          </a:r>
          <a:r>
            <a:rPr lang="en-US" b="1" spc="-70" dirty="0"/>
            <a:t> </a:t>
          </a:r>
          <a:r>
            <a:rPr lang="en-US" b="1" dirty="0"/>
            <a:t>and</a:t>
          </a:r>
          <a:r>
            <a:rPr lang="en-US" b="1" spc="-80" dirty="0"/>
            <a:t> </a:t>
          </a:r>
          <a:r>
            <a:rPr lang="en-US" b="1" spc="-10" dirty="0"/>
            <a:t>Methodology</a:t>
          </a:r>
          <a:endParaRPr lang="en-US" b="1" dirty="0"/>
        </a:p>
      </dgm:t>
    </dgm:pt>
    <dgm:pt modelId="{83D7A95E-0FE8-4F53-ACBA-CD9589CF486C}" type="parTrans" cxnId="{775C2C60-FCE0-44A1-84F8-D7FC4B8F1723}">
      <dgm:prSet/>
      <dgm:spPr/>
      <dgm:t>
        <a:bodyPr/>
        <a:lstStyle/>
        <a:p>
          <a:endParaRPr lang="en-US"/>
        </a:p>
      </dgm:t>
    </dgm:pt>
    <dgm:pt modelId="{710EBF83-7F5F-4671-973B-D45001675CD0}" type="sibTrans" cxnId="{775C2C60-FCE0-44A1-84F8-D7FC4B8F1723}">
      <dgm:prSet/>
      <dgm:spPr/>
      <dgm:t>
        <a:bodyPr/>
        <a:lstStyle/>
        <a:p>
          <a:endParaRPr lang="en-US"/>
        </a:p>
      </dgm:t>
    </dgm:pt>
    <dgm:pt modelId="{FEF6D775-B554-4B29-8DF6-8DB76B7278F8}">
      <dgm:prSet/>
      <dgm:spPr/>
      <dgm:t>
        <a:bodyPr/>
        <a:lstStyle/>
        <a:p>
          <a:r>
            <a:rPr lang="en-US" b="1" dirty="0"/>
            <a:t>Dr. </a:t>
          </a:r>
          <a:r>
            <a:rPr lang="en-US" b="1" dirty="0" err="1"/>
            <a:t>Lo’ai</a:t>
          </a:r>
          <a:r>
            <a:rPr lang="en-US" b="1" dirty="0"/>
            <a:t> Tawalbeh</a:t>
          </a:r>
          <a:endParaRPr lang="en-US" dirty="0"/>
        </a:p>
      </dgm:t>
    </dgm:pt>
    <dgm:pt modelId="{F97C3CB8-D3E3-486E-836C-EA0E4441B7E7}" type="parTrans" cxnId="{77A18D05-568D-4205-B572-B76EB5F22249}">
      <dgm:prSet/>
      <dgm:spPr/>
      <dgm:t>
        <a:bodyPr/>
        <a:lstStyle/>
        <a:p>
          <a:endParaRPr lang="en-US"/>
        </a:p>
      </dgm:t>
    </dgm:pt>
    <dgm:pt modelId="{3FC79BE3-88BF-4721-B8C7-49D968EF7A67}" type="sibTrans" cxnId="{77A18D05-568D-4205-B572-B76EB5F22249}">
      <dgm:prSet/>
      <dgm:spPr/>
      <dgm:t>
        <a:bodyPr/>
        <a:lstStyle/>
        <a:p>
          <a:endParaRPr lang="en-US"/>
        </a:p>
      </dgm:t>
    </dgm:pt>
    <dgm:pt modelId="{A9C4968F-2ECF-4FB2-A563-D407619AC27B}" type="pres">
      <dgm:prSet presAssocID="{CF550233-546B-4A7A-B60C-A8D31A1F335F}" presName="root" presStyleCnt="0">
        <dgm:presLayoutVars>
          <dgm:dir/>
          <dgm:resizeHandles val="exact"/>
        </dgm:presLayoutVars>
      </dgm:prSet>
      <dgm:spPr/>
    </dgm:pt>
    <dgm:pt modelId="{BE838130-B9E8-4B0C-B406-0146BE12440B}" type="pres">
      <dgm:prSet presAssocID="{70FE58A5-B7DA-48D4-88FB-77B91A24D30C}" presName="compNode" presStyleCnt="0"/>
      <dgm:spPr/>
    </dgm:pt>
    <dgm:pt modelId="{B354EB1F-5692-4313-A735-4121BAA7A845}" type="pres">
      <dgm:prSet presAssocID="{70FE58A5-B7DA-48D4-88FB-77B91A24D30C}" presName="bgRect" presStyleLbl="bgShp" presStyleIdx="0" presStyleCnt="3"/>
      <dgm:spPr/>
    </dgm:pt>
    <dgm:pt modelId="{46BCC775-B56E-4802-9CC8-0D805AF63331}" type="pres">
      <dgm:prSet presAssocID="{70FE58A5-B7DA-48D4-88FB-77B91A24D30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EA91B44-7EA6-44A4-A398-73227842FCF4}" type="pres">
      <dgm:prSet presAssocID="{70FE58A5-B7DA-48D4-88FB-77B91A24D30C}" presName="spaceRect" presStyleCnt="0"/>
      <dgm:spPr/>
    </dgm:pt>
    <dgm:pt modelId="{18630E97-81EB-4D5A-B923-42F5F8839F24}" type="pres">
      <dgm:prSet presAssocID="{70FE58A5-B7DA-48D4-88FB-77B91A24D30C}" presName="parTx" presStyleLbl="revTx" presStyleIdx="0" presStyleCnt="3">
        <dgm:presLayoutVars>
          <dgm:chMax val="0"/>
          <dgm:chPref val="0"/>
        </dgm:presLayoutVars>
      </dgm:prSet>
      <dgm:spPr/>
    </dgm:pt>
    <dgm:pt modelId="{D8F75584-B5F8-4005-98E2-B37FACB3FDED}" type="pres">
      <dgm:prSet presAssocID="{EFEC3284-8C2B-4350-B95F-804FB84864B2}" presName="sibTrans" presStyleCnt="0"/>
      <dgm:spPr/>
    </dgm:pt>
    <dgm:pt modelId="{6DAE1575-946A-4D76-AA5D-AC8CD40AF5A6}" type="pres">
      <dgm:prSet presAssocID="{CC616C88-BD89-4667-816C-97D5463D467F}" presName="compNode" presStyleCnt="0"/>
      <dgm:spPr/>
    </dgm:pt>
    <dgm:pt modelId="{3C45BC0C-D63C-4124-8C17-EC2ED8085C04}" type="pres">
      <dgm:prSet presAssocID="{CC616C88-BD89-4667-816C-97D5463D467F}" presName="bgRect" presStyleLbl="bgShp" presStyleIdx="1" presStyleCnt="3"/>
      <dgm:spPr/>
    </dgm:pt>
    <dgm:pt modelId="{E3298205-EA33-46D4-A288-1BCEB5B93DCE}" type="pres">
      <dgm:prSet presAssocID="{CC616C88-BD89-4667-816C-97D5463D467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3EDFDF8-6F64-4A51-9098-D94027AC8763}" type="pres">
      <dgm:prSet presAssocID="{CC616C88-BD89-4667-816C-97D5463D467F}" presName="spaceRect" presStyleCnt="0"/>
      <dgm:spPr/>
    </dgm:pt>
    <dgm:pt modelId="{7810258B-CC96-4383-976E-462DC3C50F15}" type="pres">
      <dgm:prSet presAssocID="{CC616C88-BD89-4667-816C-97D5463D467F}" presName="parTx" presStyleLbl="revTx" presStyleIdx="1" presStyleCnt="3">
        <dgm:presLayoutVars>
          <dgm:chMax val="0"/>
          <dgm:chPref val="0"/>
        </dgm:presLayoutVars>
      </dgm:prSet>
      <dgm:spPr/>
    </dgm:pt>
    <dgm:pt modelId="{831F9C7F-DC7B-4391-8AF7-2AE443AF0A4A}" type="pres">
      <dgm:prSet presAssocID="{710EBF83-7F5F-4671-973B-D45001675CD0}" presName="sibTrans" presStyleCnt="0"/>
      <dgm:spPr/>
    </dgm:pt>
    <dgm:pt modelId="{A10A5E69-B0EF-4A68-B1A1-E4CF378B5BB9}" type="pres">
      <dgm:prSet presAssocID="{FEF6D775-B554-4B29-8DF6-8DB76B7278F8}" presName="compNode" presStyleCnt="0"/>
      <dgm:spPr/>
    </dgm:pt>
    <dgm:pt modelId="{FD688421-A68C-43DA-A1D9-34AE1393CEC2}" type="pres">
      <dgm:prSet presAssocID="{FEF6D775-B554-4B29-8DF6-8DB76B7278F8}" presName="bgRect" presStyleLbl="bgShp" presStyleIdx="2" presStyleCnt="3"/>
      <dgm:spPr/>
    </dgm:pt>
    <dgm:pt modelId="{773B3887-FE7D-4796-845C-4546ACFE11F2}" type="pres">
      <dgm:prSet presAssocID="{FEF6D775-B554-4B29-8DF6-8DB76B7278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A9F20F7-908B-464B-A728-39E2E567E8E3}" type="pres">
      <dgm:prSet presAssocID="{FEF6D775-B554-4B29-8DF6-8DB76B7278F8}" presName="spaceRect" presStyleCnt="0"/>
      <dgm:spPr/>
    </dgm:pt>
    <dgm:pt modelId="{A29F074A-5626-4D4A-9672-22127925E11C}" type="pres">
      <dgm:prSet presAssocID="{FEF6D775-B554-4B29-8DF6-8DB76B7278F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52A8501-574E-4A3F-A956-FCADD3CFC060}" srcId="{CF550233-546B-4A7A-B60C-A8D31A1F335F}" destId="{70FE58A5-B7DA-48D4-88FB-77B91A24D30C}" srcOrd="0" destOrd="0" parTransId="{72D226BD-4141-4322-98C4-C96A4A685673}" sibTransId="{EFEC3284-8C2B-4350-B95F-804FB84864B2}"/>
    <dgm:cxn modelId="{77A18D05-568D-4205-B572-B76EB5F22249}" srcId="{CF550233-546B-4A7A-B60C-A8D31A1F335F}" destId="{FEF6D775-B554-4B29-8DF6-8DB76B7278F8}" srcOrd="2" destOrd="0" parTransId="{F97C3CB8-D3E3-486E-836C-EA0E4441B7E7}" sibTransId="{3FC79BE3-88BF-4721-B8C7-49D968EF7A67}"/>
    <dgm:cxn modelId="{775C2C60-FCE0-44A1-84F8-D7FC4B8F1723}" srcId="{CF550233-546B-4A7A-B60C-A8D31A1F335F}" destId="{CC616C88-BD89-4667-816C-97D5463D467F}" srcOrd="1" destOrd="0" parTransId="{83D7A95E-0FE8-4F53-ACBA-CD9589CF486C}" sibTransId="{710EBF83-7F5F-4671-973B-D45001675CD0}"/>
    <dgm:cxn modelId="{365B8A66-DF94-449C-ADAF-4167E72A4A38}" type="presOf" srcId="{CC616C88-BD89-4667-816C-97D5463D467F}" destId="{7810258B-CC96-4383-976E-462DC3C50F15}" srcOrd="0" destOrd="0" presId="urn:microsoft.com/office/officeart/2018/2/layout/IconVerticalSolidList"/>
    <dgm:cxn modelId="{85116DBF-08DD-41E5-B841-F84D64F99294}" type="presOf" srcId="{FEF6D775-B554-4B29-8DF6-8DB76B7278F8}" destId="{A29F074A-5626-4D4A-9672-22127925E11C}" srcOrd="0" destOrd="0" presId="urn:microsoft.com/office/officeart/2018/2/layout/IconVerticalSolidList"/>
    <dgm:cxn modelId="{0CBDE8DC-B5B9-4ADC-A0C0-919D52CCEC6D}" type="presOf" srcId="{CF550233-546B-4A7A-B60C-A8D31A1F335F}" destId="{A9C4968F-2ECF-4FB2-A563-D407619AC27B}" srcOrd="0" destOrd="0" presId="urn:microsoft.com/office/officeart/2018/2/layout/IconVerticalSolidList"/>
    <dgm:cxn modelId="{350EC3E4-FF97-4867-B0EE-FABC7E89AB14}" type="presOf" srcId="{70FE58A5-B7DA-48D4-88FB-77B91A24D30C}" destId="{18630E97-81EB-4D5A-B923-42F5F8839F24}" srcOrd="0" destOrd="0" presId="urn:microsoft.com/office/officeart/2018/2/layout/IconVerticalSolidList"/>
    <dgm:cxn modelId="{716DBE0A-8142-4F0D-B8A1-35F777121190}" type="presParOf" srcId="{A9C4968F-2ECF-4FB2-A563-D407619AC27B}" destId="{BE838130-B9E8-4B0C-B406-0146BE12440B}" srcOrd="0" destOrd="0" presId="urn:microsoft.com/office/officeart/2018/2/layout/IconVerticalSolidList"/>
    <dgm:cxn modelId="{B100EFD4-67E3-45EC-A95A-517D93E87C9B}" type="presParOf" srcId="{BE838130-B9E8-4B0C-B406-0146BE12440B}" destId="{B354EB1F-5692-4313-A735-4121BAA7A845}" srcOrd="0" destOrd="0" presId="urn:microsoft.com/office/officeart/2018/2/layout/IconVerticalSolidList"/>
    <dgm:cxn modelId="{38409CB5-590E-46AA-AB69-65684EB0001B}" type="presParOf" srcId="{BE838130-B9E8-4B0C-B406-0146BE12440B}" destId="{46BCC775-B56E-4802-9CC8-0D805AF63331}" srcOrd="1" destOrd="0" presId="urn:microsoft.com/office/officeart/2018/2/layout/IconVerticalSolidList"/>
    <dgm:cxn modelId="{A76A719E-CC32-4423-97FE-8E25AA4A6717}" type="presParOf" srcId="{BE838130-B9E8-4B0C-B406-0146BE12440B}" destId="{CEA91B44-7EA6-44A4-A398-73227842FCF4}" srcOrd="2" destOrd="0" presId="urn:microsoft.com/office/officeart/2018/2/layout/IconVerticalSolidList"/>
    <dgm:cxn modelId="{2ACD4DC7-0118-4883-B9EB-107B7C131C74}" type="presParOf" srcId="{BE838130-B9E8-4B0C-B406-0146BE12440B}" destId="{18630E97-81EB-4D5A-B923-42F5F8839F24}" srcOrd="3" destOrd="0" presId="urn:microsoft.com/office/officeart/2018/2/layout/IconVerticalSolidList"/>
    <dgm:cxn modelId="{61BC8543-93B6-4D89-AA61-14866D251A34}" type="presParOf" srcId="{A9C4968F-2ECF-4FB2-A563-D407619AC27B}" destId="{D8F75584-B5F8-4005-98E2-B37FACB3FDED}" srcOrd="1" destOrd="0" presId="urn:microsoft.com/office/officeart/2018/2/layout/IconVerticalSolidList"/>
    <dgm:cxn modelId="{542142D7-6F4B-406F-BEEB-F9E6F0184C1F}" type="presParOf" srcId="{A9C4968F-2ECF-4FB2-A563-D407619AC27B}" destId="{6DAE1575-946A-4D76-AA5D-AC8CD40AF5A6}" srcOrd="2" destOrd="0" presId="urn:microsoft.com/office/officeart/2018/2/layout/IconVerticalSolidList"/>
    <dgm:cxn modelId="{7E2465F5-98B0-4D5E-A55B-622ED112F6C4}" type="presParOf" srcId="{6DAE1575-946A-4D76-AA5D-AC8CD40AF5A6}" destId="{3C45BC0C-D63C-4124-8C17-EC2ED8085C04}" srcOrd="0" destOrd="0" presId="urn:microsoft.com/office/officeart/2018/2/layout/IconVerticalSolidList"/>
    <dgm:cxn modelId="{C2F5B8FA-19AD-4CD4-99A8-BC4782331F7F}" type="presParOf" srcId="{6DAE1575-946A-4D76-AA5D-AC8CD40AF5A6}" destId="{E3298205-EA33-46D4-A288-1BCEB5B93DCE}" srcOrd="1" destOrd="0" presId="urn:microsoft.com/office/officeart/2018/2/layout/IconVerticalSolidList"/>
    <dgm:cxn modelId="{E448B2E0-05A3-4FC9-92EB-67EEA3556540}" type="presParOf" srcId="{6DAE1575-946A-4D76-AA5D-AC8CD40AF5A6}" destId="{53EDFDF8-6F64-4A51-9098-D94027AC8763}" srcOrd="2" destOrd="0" presId="urn:microsoft.com/office/officeart/2018/2/layout/IconVerticalSolidList"/>
    <dgm:cxn modelId="{89A87E2B-178A-4400-B252-28E110D9939B}" type="presParOf" srcId="{6DAE1575-946A-4D76-AA5D-AC8CD40AF5A6}" destId="{7810258B-CC96-4383-976E-462DC3C50F15}" srcOrd="3" destOrd="0" presId="urn:microsoft.com/office/officeart/2018/2/layout/IconVerticalSolidList"/>
    <dgm:cxn modelId="{15E5640A-2BE7-4F20-A02C-FA49072EBE5E}" type="presParOf" srcId="{A9C4968F-2ECF-4FB2-A563-D407619AC27B}" destId="{831F9C7F-DC7B-4391-8AF7-2AE443AF0A4A}" srcOrd="3" destOrd="0" presId="urn:microsoft.com/office/officeart/2018/2/layout/IconVerticalSolidList"/>
    <dgm:cxn modelId="{3411CDEF-2E43-4A11-819F-49DF69FDBDB1}" type="presParOf" srcId="{A9C4968F-2ECF-4FB2-A563-D407619AC27B}" destId="{A10A5E69-B0EF-4A68-B1A1-E4CF378B5BB9}" srcOrd="4" destOrd="0" presId="urn:microsoft.com/office/officeart/2018/2/layout/IconVerticalSolidList"/>
    <dgm:cxn modelId="{F3D3B300-80DD-48D8-A046-92429D41AF26}" type="presParOf" srcId="{A10A5E69-B0EF-4A68-B1A1-E4CF378B5BB9}" destId="{FD688421-A68C-43DA-A1D9-34AE1393CEC2}" srcOrd="0" destOrd="0" presId="urn:microsoft.com/office/officeart/2018/2/layout/IconVerticalSolidList"/>
    <dgm:cxn modelId="{27FF0283-EC46-4087-892C-48F597729913}" type="presParOf" srcId="{A10A5E69-B0EF-4A68-B1A1-E4CF378B5BB9}" destId="{773B3887-FE7D-4796-845C-4546ACFE11F2}" srcOrd="1" destOrd="0" presId="urn:microsoft.com/office/officeart/2018/2/layout/IconVerticalSolidList"/>
    <dgm:cxn modelId="{929E4A15-A738-4EAD-8CE5-28552FCFDC28}" type="presParOf" srcId="{A10A5E69-B0EF-4A68-B1A1-E4CF378B5BB9}" destId="{EA9F20F7-908B-464B-A728-39E2E567E8E3}" srcOrd="2" destOrd="0" presId="urn:microsoft.com/office/officeart/2018/2/layout/IconVerticalSolidList"/>
    <dgm:cxn modelId="{14F396F8-D821-4C09-85EF-E8E28E63E1DC}" type="presParOf" srcId="{A10A5E69-B0EF-4A68-B1A1-E4CF378B5BB9}" destId="{A29F074A-5626-4D4A-9672-22127925E1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4FF45D-001F-4047-A869-E3456F84732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E2CF44-00FB-4148-B1F8-245DC4B8532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A software process defines the phases of activities or what need to be performed to construct a software system.</a:t>
          </a:r>
        </a:p>
      </dgm:t>
    </dgm:pt>
    <dgm:pt modelId="{576220C4-7695-4298-AF1C-75B88A53ED31}" type="parTrans" cxnId="{C1F750C1-A200-48C4-91F2-3F5A9A9A2E29}">
      <dgm:prSet/>
      <dgm:spPr/>
      <dgm:t>
        <a:bodyPr/>
        <a:lstStyle/>
        <a:p>
          <a:endParaRPr lang="en-US"/>
        </a:p>
      </dgm:t>
    </dgm:pt>
    <dgm:pt modelId="{B5112006-2297-494F-ADF2-BB6E4C5D8554}" type="sibTrans" cxnId="{C1F750C1-A200-48C4-91F2-3F5A9A9A2E29}">
      <dgm:prSet/>
      <dgm:spPr/>
      <dgm:t>
        <a:bodyPr/>
        <a:lstStyle/>
        <a:p>
          <a:endParaRPr lang="en-US"/>
        </a:p>
      </dgm:t>
    </dgm:pt>
    <dgm:pt modelId="{89D9F701-4A93-44E8-866B-40B2708166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A software methodology details the steps or how to perform the activities of a software process. A methodology is an implementation of a process.</a:t>
          </a:r>
        </a:p>
      </dgm:t>
    </dgm:pt>
    <dgm:pt modelId="{1720405C-4FA8-481F-8B74-1A47D10B6EA1}" type="parTrans" cxnId="{CD2EF80D-36E0-46F3-B632-F23F2FDBA160}">
      <dgm:prSet/>
      <dgm:spPr/>
      <dgm:t>
        <a:bodyPr/>
        <a:lstStyle/>
        <a:p>
          <a:endParaRPr lang="en-US"/>
        </a:p>
      </dgm:t>
    </dgm:pt>
    <dgm:pt modelId="{1E54ED72-2E41-464B-A2F4-7E1746F6E532}" type="sibTrans" cxnId="{CD2EF80D-36E0-46F3-B632-F23F2FDBA160}">
      <dgm:prSet/>
      <dgm:spPr/>
      <dgm:t>
        <a:bodyPr/>
        <a:lstStyle/>
        <a:p>
          <a:endParaRPr lang="en-US"/>
        </a:p>
      </dgm:t>
    </dgm:pt>
    <dgm:pt modelId="{77CA779D-39E4-4EBE-81A9-AC3B02968C8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Software development needs a software process and a methodology.</a:t>
          </a:r>
        </a:p>
      </dgm:t>
    </dgm:pt>
    <dgm:pt modelId="{8F7E5B9E-2862-4B73-8921-5A845EB2FB98}" type="parTrans" cxnId="{8EE9ECF7-B6C5-4440-90AC-551330E55D42}">
      <dgm:prSet/>
      <dgm:spPr/>
      <dgm:t>
        <a:bodyPr/>
        <a:lstStyle/>
        <a:p>
          <a:endParaRPr lang="en-US"/>
        </a:p>
      </dgm:t>
    </dgm:pt>
    <dgm:pt modelId="{026B6B6F-E8B6-4805-B817-B8B12BBE2205}" type="sibTrans" cxnId="{8EE9ECF7-B6C5-4440-90AC-551330E55D42}">
      <dgm:prSet/>
      <dgm:spPr/>
      <dgm:t>
        <a:bodyPr/>
        <a:lstStyle/>
        <a:p>
          <a:endParaRPr lang="en-US"/>
        </a:p>
      </dgm:t>
    </dgm:pt>
    <dgm:pt modelId="{037DCDC5-D243-4CAC-90F7-F11938DBBB96}" type="pres">
      <dgm:prSet presAssocID="{974FF45D-001F-4047-A869-E3456F847320}" presName="root" presStyleCnt="0">
        <dgm:presLayoutVars>
          <dgm:dir/>
          <dgm:resizeHandles val="exact"/>
        </dgm:presLayoutVars>
      </dgm:prSet>
      <dgm:spPr/>
    </dgm:pt>
    <dgm:pt modelId="{AC41A30A-4959-4928-9D78-1FF9B1193A57}" type="pres">
      <dgm:prSet presAssocID="{3AE2CF44-00FB-4148-B1F8-245DC4B85321}" presName="compNode" presStyleCnt="0"/>
      <dgm:spPr/>
    </dgm:pt>
    <dgm:pt modelId="{FFAF2AD0-60A6-4538-8507-D2F65B93EF97}" type="pres">
      <dgm:prSet presAssocID="{3AE2CF44-00FB-4148-B1F8-245DC4B85321}" presName="bgRect" presStyleLbl="bgShp" presStyleIdx="0" presStyleCnt="3"/>
      <dgm:spPr/>
    </dgm:pt>
    <dgm:pt modelId="{BF8D179A-42BF-4FA8-8935-E932FFB95391}" type="pres">
      <dgm:prSet presAssocID="{3AE2CF44-00FB-4148-B1F8-245DC4B853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5D0184F-F727-4041-884C-7D7A77FC0EC4}" type="pres">
      <dgm:prSet presAssocID="{3AE2CF44-00FB-4148-B1F8-245DC4B85321}" presName="spaceRect" presStyleCnt="0"/>
      <dgm:spPr/>
    </dgm:pt>
    <dgm:pt modelId="{208499C5-966D-464E-B3CA-22BAEB08672C}" type="pres">
      <dgm:prSet presAssocID="{3AE2CF44-00FB-4148-B1F8-245DC4B85321}" presName="parTx" presStyleLbl="revTx" presStyleIdx="0" presStyleCnt="3">
        <dgm:presLayoutVars>
          <dgm:chMax val="0"/>
          <dgm:chPref val="0"/>
        </dgm:presLayoutVars>
      </dgm:prSet>
      <dgm:spPr/>
    </dgm:pt>
    <dgm:pt modelId="{A740190F-7243-4095-AB1A-0C9E83086455}" type="pres">
      <dgm:prSet presAssocID="{B5112006-2297-494F-ADF2-BB6E4C5D8554}" presName="sibTrans" presStyleCnt="0"/>
      <dgm:spPr/>
    </dgm:pt>
    <dgm:pt modelId="{78F07307-79C6-4C58-A6A5-42B7CA0ABBF9}" type="pres">
      <dgm:prSet presAssocID="{89D9F701-4A93-44E8-866B-40B27081664E}" presName="compNode" presStyleCnt="0"/>
      <dgm:spPr/>
    </dgm:pt>
    <dgm:pt modelId="{15BADB2E-6C38-4BB5-8BBC-970B11523CFB}" type="pres">
      <dgm:prSet presAssocID="{89D9F701-4A93-44E8-866B-40B27081664E}" presName="bgRect" presStyleLbl="bgShp" presStyleIdx="1" presStyleCnt="3"/>
      <dgm:spPr/>
    </dgm:pt>
    <dgm:pt modelId="{C5C68C2E-5CED-4A24-A593-0B6ED4CECB65}" type="pres">
      <dgm:prSet presAssocID="{89D9F701-4A93-44E8-866B-40B27081664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0E302CA-25F8-49CA-8B7E-80F8E72313E9}" type="pres">
      <dgm:prSet presAssocID="{89D9F701-4A93-44E8-866B-40B27081664E}" presName="spaceRect" presStyleCnt="0"/>
      <dgm:spPr/>
    </dgm:pt>
    <dgm:pt modelId="{D3D76810-90C7-4252-A13A-17F6591A3328}" type="pres">
      <dgm:prSet presAssocID="{89D9F701-4A93-44E8-866B-40B27081664E}" presName="parTx" presStyleLbl="revTx" presStyleIdx="1" presStyleCnt="3">
        <dgm:presLayoutVars>
          <dgm:chMax val="0"/>
          <dgm:chPref val="0"/>
        </dgm:presLayoutVars>
      </dgm:prSet>
      <dgm:spPr/>
    </dgm:pt>
    <dgm:pt modelId="{CA4D27EF-0A53-4902-ACB8-DB03415F78D7}" type="pres">
      <dgm:prSet presAssocID="{1E54ED72-2E41-464B-A2F4-7E1746F6E532}" presName="sibTrans" presStyleCnt="0"/>
      <dgm:spPr/>
    </dgm:pt>
    <dgm:pt modelId="{EBFFD540-8CCD-452E-A6F8-7E3721C0D872}" type="pres">
      <dgm:prSet presAssocID="{77CA779D-39E4-4EBE-81A9-AC3B02968C81}" presName="compNode" presStyleCnt="0"/>
      <dgm:spPr/>
    </dgm:pt>
    <dgm:pt modelId="{4E11E98C-7544-4245-BA01-9CD0588B28DF}" type="pres">
      <dgm:prSet presAssocID="{77CA779D-39E4-4EBE-81A9-AC3B02968C81}" presName="bgRect" presStyleLbl="bgShp" presStyleIdx="2" presStyleCnt="3"/>
      <dgm:spPr/>
    </dgm:pt>
    <dgm:pt modelId="{B26253B5-EE67-485B-BE64-B58636C0A1C4}" type="pres">
      <dgm:prSet presAssocID="{77CA779D-39E4-4EBE-81A9-AC3B02968C8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99BB9EA-4683-4A5E-A868-237E52FE94C8}" type="pres">
      <dgm:prSet presAssocID="{77CA779D-39E4-4EBE-81A9-AC3B02968C81}" presName="spaceRect" presStyleCnt="0"/>
      <dgm:spPr/>
    </dgm:pt>
    <dgm:pt modelId="{9DAA8BB7-2ACB-47F3-8B82-0AEA522E1B90}" type="pres">
      <dgm:prSet presAssocID="{77CA779D-39E4-4EBE-81A9-AC3B02968C8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2EF80D-36E0-46F3-B632-F23F2FDBA160}" srcId="{974FF45D-001F-4047-A869-E3456F847320}" destId="{89D9F701-4A93-44E8-866B-40B27081664E}" srcOrd="1" destOrd="0" parTransId="{1720405C-4FA8-481F-8B74-1A47D10B6EA1}" sibTransId="{1E54ED72-2E41-464B-A2F4-7E1746F6E532}"/>
    <dgm:cxn modelId="{6D3587AC-051C-2C4F-9CF5-B87AC6CD0290}" type="presOf" srcId="{3AE2CF44-00FB-4148-B1F8-245DC4B85321}" destId="{208499C5-966D-464E-B3CA-22BAEB08672C}" srcOrd="0" destOrd="0" presId="urn:microsoft.com/office/officeart/2018/2/layout/IconVerticalSolidList"/>
    <dgm:cxn modelId="{06507EBC-47D9-9E4C-8743-E0D78A0E27FF}" type="presOf" srcId="{77CA779D-39E4-4EBE-81A9-AC3B02968C81}" destId="{9DAA8BB7-2ACB-47F3-8B82-0AEA522E1B90}" srcOrd="0" destOrd="0" presId="urn:microsoft.com/office/officeart/2018/2/layout/IconVerticalSolidList"/>
    <dgm:cxn modelId="{C1F750C1-A200-48C4-91F2-3F5A9A9A2E29}" srcId="{974FF45D-001F-4047-A869-E3456F847320}" destId="{3AE2CF44-00FB-4148-B1F8-245DC4B85321}" srcOrd="0" destOrd="0" parTransId="{576220C4-7695-4298-AF1C-75B88A53ED31}" sibTransId="{B5112006-2297-494F-ADF2-BB6E4C5D8554}"/>
    <dgm:cxn modelId="{8241E4C2-A770-4242-951C-51B3BCE3182A}" type="presOf" srcId="{89D9F701-4A93-44E8-866B-40B27081664E}" destId="{D3D76810-90C7-4252-A13A-17F6591A3328}" srcOrd="0" destOrd="0" presId="urn:microsoft.com/office/officeart/2018/2/layout/IconVerticalSolidList"/>
    <dgm:cxn modelId="{3672D6D5-16A8-214B-ACB4-3D843EB18003}" type="presOf" srcId="{974FF45D-001F-4047-A869-E3456F847320}" destId="{037DCDC5-D243-4CAC-90F7-F11938DBBB96}" srcOrd="0" destOrd="0" presId="urn:microsoft.com/office/officeart/2018/2/layout/IconVerticalSolidList"/>
    <dgm:cxn modelId="{8EE9ECF7-B6C5-4440-90AC-551330E55D42}" srcId="{974FF45D-001F-4047-A869-E3456F847320}" destId="{77CA779D-39E4-4EBE-81A9-AC3B02968C81}" srcOrd="2" destOrd="0" parTransId="{8F7E5B9E-2862-4B73-8921-5A845EB2FB98}" sibTransId="{026B6B6F-E8B6-4805-B817-B8B12BBE2205}"/>
    <dgm:cxn modelId="{BA7874F3-4BF0-D042-84AE-D102EBA9DFB9}" type="presParOf" srcId="{037DCDC5-D243-4CAC-90F7-F11938DBBB96}" destId="{AC41A30A-4959-4928-9D78-1FF9B1193A57}" srcOrd="0" destOrd="0" presId="urn:microsoft.com/office/officeart/2018/2/layout/IconVerticalSolidList"/>
    <dgm:cxn modelId="{F91D8656-28A8-C046-9512-622567C26133}" type="presParOf" srcId="{AC41A30A-4959-4928-9D78-1FF9B1193A57}" destId="{FFAF2AD0-60A6-4538-8507-D2F65B93EF97}" srcOrd="0" destOrd="0" presId="urn:microsoft.com/office/officeart/2018/2/layout/IconVerticalSolidList"/>
    <dgm:cxn modelId="{2508A5EF-3E2B-2943-A6C5-6901A8F15671}" type="presParOf" srcId="{AC41A30A-4959-4928-9D78-1FF9B1193A57}" destId="{BF8D179A-42BF-4FA8-8935-E932FFB95391}" srcOrd="1" destOrd="0" presId="urn:microsoft.com/office/officeart/2018/2/layout/IconVerticalSolidList"/>
    <dgm:cxn modelId="{F94DFBBD-B875-7647-9750-231948A3B89C}" type="presParOf" srcId="{AC41A30A-4959-4928-9D78-1FF9B1193A57}" destId="{15D0184F-F727-4041-884C-7D7A77FC0EC4}" srcOrd="2" destOrd="0" presId="urn:microsoft.com/office/officeart/2018/2/layout/IconVerticalSolidList"/>
    <dgm:cxn modelId="{E41D7ED7-53AA-2248-B102-9BD90AE72C12}" type="presParOf" srcId="{AC41A30A-4959-4928-9D78-1FF9B1193A57}" destId="{208499C5-966D-464E-B3CA-22BAEB08672C}" srcOrd="3" destOrd="0" presId="urn:microsoft.com/office/officeart/2018/2/layout/IconVerticalSolidList"/>
    <dgm:cxn modelId="{15C029FE-CE38-4B4D-BE18-BE52579C5B23}" type="presParOf" srcId="{037DCDC5-D243-4CAC-90F7-F11938DBBB96}" destId="{A740190F-7243-4095-AB1A-0C9E83086455}" srcOrd="1" destOrd="0" presId="urn:microsoft.com/office/officeart/2018/2/layout/IconVerticalSolidList"/>
    <dgm:cxn modelId="{005CBB6F-FBD4-AD48-A777-BD8D3C0409B4}" type="presParOf" srcId="{037DCDC5-D243-4CAC-90F7-F11938DBBB96}" destId="{78F07307-79C6-4C58-A6A5-42B7CA0ABBF9}" srcOrd="2" destOrd="0" presId="urn:microsoft.com/office/officeart/2018/2/layout/IconVerticalSolidList"/>
    <dgm:cxn modelId="{68CF4C8A-089A-FF4C-B734-CB343E25834D}" type="presParOf" srcId="{78F07307-79C6-4C58-A6A5-42B7CA0ABBF9}" destId="{15BADB2E-6C38-4BB5-8BBC-970B11523CFB}" srcOrd="0" destOrd="0" presId="urn:microsoft.com/office/officeart/2018/2/layout/IconVerticalSolidList"/>
    <dgm:cxn modelId="{39631619-202E-E947-B356-1EA8007F95E4}" type="presParOf" srcId="{78F07307-79C6-4C58-A6A5-42B7CA0ABBF9}" destId="{C5C68C2E-5CED-4A24-A593-0B6ED4CECB65}" srcOrd="1" destOrd="0" presId="urn:microsoft.com/office/officeart/2018/2/layout/IconVerticalSolidList"/>
    <dgm:cxn modelId="{0793494B-4DB3-B645-9487-AF00DB0CFC30}" type="presParOf" srcId="{78F07307-79C6-4C58-A6A5-42B7CA0ABBF9}" destId="{80E302CA-25F8-49CA-8B7E-80F8E72313E9}" srcOrd="2" destOrd="0" presId="urn:microsoft.com/office/officeart/2018/2/layout/IconVerticalSolidList"/>
    <dgm:cxn modelId="{954FD50C-DBDE-D645-89AE-F257FAA3C2A8}" type="presParOf" srcId="{78F07307-79C6-4C58-A6A5-42B7CA0ABBF9}" destId="{D3D76810-90C7-4252-A13A-17F6591A3328}" srcOrd="3" destOrd="0" presId="urn:microsoft.com/office/officeart/2018/2/layout/IconVerticalSolidList"/>
    <dgm:cxn modelId="{FCD0920E-8B4F-0648-BD1D-1E6905C9B936}" type="presParOf" srcId="{037DCDC5-D243-4CAC-90F7-F11938DBBB96}" destId="{CA4D27EF-0A53-4902-ACB8-DB03415F78D7}" srcOrd="3" destOrd="0" presId="urn:microsoft.com/office/officeart/2018/2/layout/IconVerticalSolidList"/>
    <dgm:cxn modelId="{94E5CA4E-2914-2743-94A9-667B38A78C89}" type="presParOf" srcId="{037DCDC5-D243-4CAC-90F7-F11938DBBB96}" destId="{EBFFD540-8CCD-452E-A6F8-7E3721C0D872}" srcOrd="4" destOrd="0" presId="urn:microsoft.com/office/officeart/2018/2/layout/IconVerticalSolidList"/>
    <dgm:cxn modelId="{56A8595E-CAFC-AB49-8854-61B4E371FA57}" type="presParOf" srcId="{EBFFD540-8CCD-452E-A6F8-7E3721C0D872}" destId="{4E11E98C-7544-4245-BA01-9CD0588B28DF}" srcOrd="0" destOrd="0" presId="urn:microsoft.com/office/officeart/2018/2/layout/IconVerticalSolidList"/>
    <dgm:cxn modelId="{89AD68F2-5014-EC4E-B495-4A084919EFFD}" type="presParOf" srcId="{EBFFD540-8CCD-452E-A6F8-7E3721C0D872}" destId="{B26253B5-EE67-485B-BE64-B58636C0A1C4}" srcOrd="1" destOrd="0" presId="urn:microsoft.com/office/officeart/2018/2/layout/IconVerticalSolidList"/>
    <dgm:cxn modelId="{3363F10D-E7D3-074F-9041-6C8ACB400EB1}" type="presParOf" srcId="{EBFFD540-8CCD-452E-A6F8-7E3721C0D872}" destId="{A99BB9EA-4683-4A5E-A868-237E52FE94C8}" srcOrd="2" destOrd="0" presId="urn:microsoft.com/office/officeart/2018/2/layout/IconVerticalSolidList"/>
    <dgm:cxn modelId="{818C6E80-0DA2-914C-ACD9-8BC6002AD8A7}" type="presParOf" srcId="{EBFFD540-8CCD-452E-A6F8-7E3721C0D872}" destId="{9DAA8BB7-2ACB-47F3-8B82-0AEA522E1B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5AEAC9-96D3-4FAA-BE05-62B0A5D421F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56B4AE-463B-4F01-A56D-719F7DC5086D}">
      <dgm:prSet/>
      <dgm:spPr/>
      <dgm:t>
        <a:bodyPr/>
        <a:lstStyle/>
        <a:p>
          <a:r>
            <a:rPr lang="en-US"/>
            <a:t>PSP is a comprehensive framework for training software engineers.</a:t>
          </a:r>
        </a:p>
      </dgm:t>
    </dgm:pt>
    <dgm:pt modelId="{32BAD320-66E8-4896-B155-04D3B6F70947}" type="parTrans" cxnId="{DA14D810-2A7D-40C6-BD75-6116E404F734}">
      <dgm:prSet/>
      <dgm:spPr/>
      <dgm:t>
        <a:bodyPr/>
        <a:lstStyle/>
        <a:p>
          <a:endParaRPr lang="en-US"/>
        </a:p>
      </dgm:t>
    </dgm:pt>
    <dgm:pt modelId="{33C191A6-EBF6-4082-A904-74CA2824AE73}" type="sibTrans" cxnId="{DA14D810-2A7D-40C6-BD75-6116E404F734}">
      <dgm:prSet/>
      <dgm:spPr/>
      <dgm:t>
        <a:bodyPr/>
        <a:lstStyle/>
        <a:p>
          <a:endParaRPr lang="en-US"/>
        </a:p>
      </dgm:t>
    </dgm:pt>
    <dgm:pt modelId="{91022FE3-D100-46AA-9046-E6E514AF1BB0}">
      <dgm:prSet/>
      <dgm:spPr/>
      <dgm:t>
        <a:bodyPr/>
        <a:lstStyle/>
        <a:p>
          <a:r>
            <a:rPr lang="en-US"/>
            <a:t>It consists of scripts, forms, standards and guidelines used in the training.</a:t>
          </a:r>
        </a:p>
      </dgm:t>
    </dgm:pt>
    <dgm:pt modelId="{25C38C8C-F69C-45D7-B396-F9C4BF5E8DBF}" type="parTrans" cxnId="{662F4E48-A9C9-40F6-9D3F-A29007D98BE9}">
      <dgm:prSet/>
      <dgm:spPr/>
      <dgm:t>
        <a:bodyPr/>
        <a:lstStyle/>
        <a:p>
          <a:endParaRPr lang="en-US"/>
        </a:p>
      </dgm:t>
    </dgm:pt>
    <dgm:pt modelId="{7829D9E9-2784-4197-8948-8F5B67F2B05E}" type="sibTrans" cxnId="{662F4E48-A9C9-40F6-9D3F-A29007D98BE9}">
      <dgm:prSet/>
      <dgm:spPr/>
      <dgm:t>
        <a:bodyPr/>
        <a:lstStyle/>
        <a:p>
          <a:endParaRPr lang="en-US"/>
        </a:p>
      </dgm:t>
    </dgm:pt>
    <dgm:pt modelId="{8EA32BDC-C1AC-4424-B2A1-89AB5ABE84EB}">
      <dgm:prSet/>
      <dgm:spPr/>
      <dgm:t>
        <a:bodyPr/>
        <a:lstStyle/>
        <a:p>
          <a:r>
            <a:rPr lang="en-US"/>
            <a:t>It helps the software engineer identify areas for improvement.</a:t>
          </a:r>
        </a:p>
      </dgm:t>
    </dgm:pt>
    <dgm:pt modelId="{107B644F-A4E7-4E3A-8885-9870A0C56E3E}" type="parTrans" cxnId="{E80BFAA3-EC2C-4EA4-B7C6-2060DE251D11}">
      <dgm:prSet/>
      <dgm:spPr/>
      <dgm:t>
        <a:bodyPr/>
        <a:lstStyle/>
        <a:p>
          <a:endParaRPr lang="en-US"/>
        </a:p>
      </dgm:t>
    </dgm:pt>
    <dgm:pt modelId="{E0A04953-B5A2-45B2-A9AF-C11EAADFE93C}" type="sibTrans" cxnId="{E80BFAA3-EC2C-4EA4-B7C6-2060DE251D11}">
      <dgm:prSet/>
      <dgm:spPr/>
      <dgm:t>
        <a:bodyPr/>
        <a:lstStyle/>
        <a:p>
          <a:endParaRPr lang="en-US"/>
        </a:p>
      </dgm:t>
    </dgm:pt>
    <dgm:pt modelId="{D956E635-0EF6-4B21-AB94-4B358F1D6A81}">
      <dgm:prSet/>
      <dgm:spPr/>
      <dgm:t>
        <a:bodyPr/>
        <a:lstStyle/>
        <a:p>
          <a:r>
            <a:rPr lang="en-US"/>
            <a:t>It prepares the software engineer to work in a team project.</a:t>
          </a:r>
        </a:p>
      </dgm:t>
    </dgm:pt>
    <dgm:pt modelId="{A8BA1ADE-8554-4D0F-B4E3-5DDE4B1F9F32}" type="parTrans" cxnId="{58E1ED8E-AB9C-4561-96A3-B67E1D3D7DB9}">
      <dgm:prSet/>
      <dgm:spPr/>
      <dgm:t>
        <a:bodyPr/>
        <a:lstStyle/>
        <a:p>
          <a:endParaRPr lang="en-US"/>
        </a:p>
      </dgm:t>
    </dgm:pt>
    <dgm:pt modelId="{4AC48973-DA60-4D6B-AEF5-4CE20BCB3A44}" type="sibTrans" cxnId="{58E1ED8E-AB9C-4561-96A3-B67E1D3D7DB9}">
      <dgm:prSet/>
      <dgm:spPr/>
      <dgm:t>
        <a:bodyPr/>
        <a:lstStyle/>
        <a:p>
          <a:endParaRPr lang="en-US"/>
        </a:p>
      </dgm:t>
    </dgm:pt>
    <dgm:pt modelId="{D86BE5E1-AFF9-1341-8939-8E2F7A525589}" type="pres">
      <dgm:prSet presAssocID="{DF5AEAC9-96D3-4FAA-BE05-62B0A5D421F1}" presName="linear" presStyleCnt="0">
        <dgm:presLayoutVars>
          <dgm:animLvl val="lvl"/>
          <dgm:resizeHandles val="exact"/>
        </dgm:presLayoutVars>
      </dgm:prSet>
      <dgm:spPr/>
    </dgm:pt>
    <dgm:pt modelId="{D3556E06-68DE-2943-946C-5FA3CEEC2F29}" type="pres">
      <dgm:prSet presAssocID="{6056B4AE-463B-4F01-A56D-719F7DC5086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7072FF-79AB-C44B-A40C-C5A490102F7A}" type="pres">
      <dgm:prSet presAssocID="{33C191A6-EBF6-4082-A904-74CA2824AE73}" presName="spacer" presStyleCnt="0"/>
      <dgm:spPr/>
    </dgm:pt>
    <dgm:pt modelId="{F7572BD4-67B0-AA4D-9C85-87364B7EA829}" type="pres">
      <dgm:prSet presAssocID="{91022FE3-D100-46AA-9046-E6E514AF1BB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0A4D40-28EC-0A4F-91AE-87E0F54F8E74}" type="pres">
      <dgm:prSet presAssocID="{7829D9E9-2784-4197-8948-8F5B67F2B05E}" presName="spacer" presStyleCnt="0"/>
      <dgm:spPr/>
    </dgm:pt>
    <dgm:pt modelId="{EC4318D5-6365-6543-B26F-C5258A7EE22D}" type="pres">
      <dgm:prSet presAssocID="{8EA32BDC-C1AC-4424-B2A1-89AB5ABE84E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DF2F93D-FB9C-E64B-BF01-DFA40B5E8867}" type="pres">
      <dgm:prSet presAssocID="{E0A04953-B5A2-45B2-A9AF-C11EAADFE93C}" presName="spacer" presStyleCnt="0"/>
      <dgm:spPr/>
    </dgm:pt>
    <dgm:pt modelId="{92196855-DFD1-FB4E-9FC8-73A7339800DE}" type="pres">
      <dgm:prSet presAssocID="{D956E635-0EF6-4B21-AB94-4B358F1D6A8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A14D810-2A7D-40C6-BD75-6116E404F734}" srcId="{DF5AEAC9-96D3-4FAA-BE05-62B0A5D421F1}" destId="{6056B4AE-463B-4F01-A56D-719F7DC5086D}" srcOrd="0" destOrd="0" parTransId="{32BAD320-66E8-4896-B155-04D3B6F70947}" sibTransId="{33C191A6-EBF6-4082-A904-74CA2824AE73}"/>
    <dgm:cxn modelId="{30582D1E-064B-4046-ADCE-3FAA2BC63562}" type="presOf" srcId="{D956E635-0EF6-4B21-AB94-4B358F1D6A81}" destId="{92196855-DFD1-FB4E-9FC8-73A7339800DE}" srcOrd="0" destOrd="0" presId="urn:microsoft.com/office/officeart/2005/8/layout/vList2"/>
    <dgm:cxn modelId="{4C360821-B0DB-B04F-A761-72B39EDCF6A6}" type="presOf" srcId="{91022FE3-D100-46AA-9046-E6E514AF1BB0}" destId="{F7572BD4-67B0-AA4D-9C85-87364B7EA829}" srcOrd="0" destOrd="0" presId="urn:microsoft.com/office/officeart/2005/8/layout/vList2"/>
    <dgm:cxn modelId="{662F4E48-A9C9-40F6-9D3F-A29007D98BE9}" srcId="{DF5AEAC9-96D3-4FAA-BE05-62B0A5D421F1}" destId="{91022FE3-D100-46AA-9046-E6E514AF1BB0}" srcOrd="1" destOrd="0" parTransId="{25C38C8C-F69C-45D7-B396-F9C4BF5E8DBF}" sibTransId="{7829D9E9-2784-4197-8948-8F5B67F2B05E}"/>
    <dgm:cxn modelId="{AF8EC081-FEBF-6547-B72C-CB799C7F5D7D}" type="presOf" srcId="{6056B4AE-463B-4F01-A56D-719F7DC5086D}" destId="{D3556E06-68DE-2943-946C-5FA3CEEC2F29}" srcOrd="0" destOrd="0" presId="urn:microsoft.com/office/officeart/2005/8/layout/vList2"/>
    <dgm:cxn modelId="{58E1ED8E-AB9C-4561-96A3-B67E1D3D7DB9}" srcId="{DF5AEAC9-96D3-4FAA-BE05-62B0A5D421F1}" destId="{D956E635-0EF6-4B21-AB94-4B358F1D6A81}" srcOrd="3" destOrd="0" parTransId="{A8BA1ADE-8554-4D0F-B4E3-5DDE4B1F9F32}" sibTransId="{4AC48973-DA60-4D6B-AEF5-4CE20BCB3A44}"/>
    <dgm:cxn modelId="{716D569C-EA9B-6847-91CC-AEFB88F5E549}" type="presOf" srcId="{8EA32BDC-C1AC-4424-B2A1-89AB5ABE84EB}" destId="{EC4318D5-6365-6543-B26F-C5258A7EE22D}" srcOrd="0" destOrd="0" presId="urn:microsoft.com/office/officeart/2005/8/layout/vList2"/>
    <dgm:cxn modelId="{E80BFAA3-EC2C-4EA4-B7C6-2060DE251D11}" srcId="{DF5AEAC9-96D3-4FAA-BE05-62B0A5D421F1}" destId="{8EA32BDC-C1AC-4424-B2A1-89AB5ABE84EB}" srcOrd="2" destOrd="0" parTransId="{107B644F-A4E7-4E3A-8885-9870A0C56E3E}" sibTransId="{E0A04953-B5A2-45B2-A9AF-C11EAADFE93C}"/>
    <dgm:cxn modelId="{047C67E2-3A9A-3D4A-8A5F-EE0D6A0A2164}" type="presOf" srcId="{DF5AEAC9-96D3-4FAA-BE05-62B0A5D421F1}" destId="{D86BE5E1-AFF9-1341-8939-8E2F7A525589}" srcOrd="0" destOrd="0" presId="urn:microsoft.com/office/officeart/2005/8/layout/vList2"/>
    <dgm:cxn modelId="{3CC140A8-1786-BD40-AAD1-A96E60905FF2}" type="presParOf" srcId="{D86BE5E1-AFF9-1341-8939-8E2F7A525589}" destId="{D3556E06-68DE-2943-946C-5FA3CEEC2F29}" srcOrd="0" destOrd="0" presId="urn:microsoft.com/office/officeart/2005/8/layout/vList2"/>
    <dgm:cxn modelId="{E3AB58F3-F37B-8B46-97DB-7B5BF178AF67}" type="presParOf" srcId="{D86BE5E1-AFF9-1341-8939-8E2F7A525589}" destId="{7F7072FF-79AB-C44B-A40C-C5A490102F7A}" srcOrd="1" destOrd="0" presId="urn:microsoft.com/office/officeart/2005/8/layout/vList2"/>
    <dgm:cxn modelId="{A8F163B6-0553-9842-BF3E-F98C7F926B60}" type="presParOf" srcId="{D86BE5E1-AFF9-1341-8939-8E2F7A525589}" destId="{F7572BD4-67B0-AA4D-9C85-87364B7EA829}" srcOrd="2" destOrd="0" presId="urn:microsoft.com/office/officeart/2005/8/layout/vList2"/>
    <dgm:cxn modelId="{60D7C8A3-31C8-644B-A3A1-4298E6CE91E4}" type="presParOf" srcId="{D86BE5E1-AFF9-1341-8939-8E2F7A525589}" destId="{2B0A4D40-28EC-0A4F-91AE-87E0F54F8E74}" srcOrd="3" destOrd="0" presId="urn:microsoft.com/office/officeart/2005/8/layout/vList2"/>
    <dgm:cxn modelId="{E8F9FF53-5997-864D-85F4-E2B962815050}" type="presParOf" srcId="{D86BE5E1-AFF9-1341-8939-8E2F7A525589}" destId="{EC4318D5-6365-6543-B26F-C5258A7EE22D}" srcOrd="4" destOrd="0" presId="urn:microsoft.com/office/officeart/2005/8/layout/vList2"/>
    <dgm:cxn modelId="{5BF4A05A-EAB1-AE4C-9349-4BBEEE9B8140}" type="presParOf" srcId="{D86BE5E1-AFF9-1341-8939-8E2F7A525589}" destId="{DDF2F93D-FB9C-E64B-BF01-DFA40B5E8867}" srcOrd="5" destOrd="0" presId="urn:microsoft.com/office/officeart/2005/8/layout/vList2"/>
    <dgm:cxn modelId="{9E0A8FBA-6297-DE44-B80A-7923AF9D32A3}" type="presParOf" srcId="{D86BE5E1-AFF9-1341-8939-8E2F7A525589}" destId="{92196855-DFD1-FB4E-9FC8-73A7339800D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4EB1F-5692-4313-A735-4121BAA7A845}">
      <dsp:nvSpPr>
        <dsp:cNvPr id="0" name=""/>
        <dsp:cNvSpPr/>
      </dsp:nvSpPr>
      <dsp:spPr>
        <a:xfrm>
          <a:off x="0" y="368"/>
          <a:ext cx="4316172" cy="86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BCC775-B56E-4802-9CC8-0D805AF63331}">
      <dsp:nvSpPr>
        <dsp:cNvPr id="0" name=""/>
        <dsp:cNvSpPr/>
      </dsp:nvSpPr>
      <dsp:spPr>
        <a:xfrm>
          <a:off x="260498" y="194127"/>
          <a:ext cx="473633" cy="4736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30E97-81EB-4D5A-B923-42F5F8839F24}">
      <dsp:nvSpPr>
        <dsp:cNvPr id="0" name=""/>
        <dsp:cNvSpPr/>
      </dsp:nvSpPr>
      <dsp:spPr>
        <a:xfrm>
          <a:off x="994629" y="368"/>
          <a:ext cx="3321542" cy="86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8" tIns="91138" rIns="91138" bIns="9113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Chapter 2</a:t>
          </a:r>
        </a:p>
      </dsp:txBody>
      <dsp:txXfrm>
        <a:off x="994629" y="368"/>
        <a:ext cx="3321542" cy="861151"/>
      </dsp:txXfrm>
    </dsp:sp>
    <dsp:sp modelId="{3C45BC0C-D63C-4124-8C17-EC2ED8085C04}">
      <dsp:nvSpPr>
        <dsp:cNvPr id="0" name=""/>
        <dsp:cNvSpPr/>
      </dsp:nvSpPr>
      <dsp:spPr>
        <a:xfrm>
          <a:off x="0" y="1076806"/>
          <a:ext cx="4316172" cy="86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98205-EA33-46D4-A288-1BCEB5B93DCE}">
      <dsp:nvSpPr>
        <dsp:cNvPr id="0" name=""/>
        <dsp:cNvSpPr/>
      </dsp:nvSpPr>
      <dsp:spPr>
        <a:xfrm>
          <a:off x="260498" y="1270565"/>
          <a:ext cx="473633" cy="4736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0258B-CC96-4383-976E-462DC3C50F15}">
      <dsp:nvSpPr>
        <dsp:cNvPr id="0" name=""/>
        <dsp:cNvSpPr/>
      </dsp:nvSpPr>
      <dsp:spPr>
        <a:xfrm>
          <a:off x="994629" y="1076806"/>
          <a:ext cx="3321542" cy="86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8" tIns="91138" rIns="91138" bIns="9113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Process</a:t>
          </a:r>
          <a:r>
            <a:rPr lang="en-US" sz="2400" b="1" kern="1200" spc="-70" dirty="0"/>
            <a:t> </a:t>
          </a:r>
          <a:r>
            <a:rPr lang="en-US" sz="2400" b="1" kern="1200" dirty="0"/>
            <a:t>and</a:t>
          </a:r>
          <a:r>
            <a:rPr lang="en-US" sz="2400" b="1" kern="1200" spc="-80" dirty="0"/>
            <a:t> </a:t>
          </a:r>
          <a:r>
            <a:rPr lang="en-US" sz="2400" b="1" kern="1200" spc="-10" dirty="0"/>
            <a:t>Methodology</a:t>
          </a:r>
          <a:endParaRPr lang="en-US" sz="2400" b="1" kern="1200" dirty="0"/>
        </a:p>
      </dsp:txBody>
      <dsp:txXfrm>
        <a:off x="994629" y="1076806"/>
        <a:ext cx="3321542" cy="861151"/>
      </dsp:txXfrm>
    </dsp:sp>
    <dsp:sp modelId="{FD688421-A68C-43DA-A1D9-34AE1393CEC2}">
      <dsp:nvSpPr>
        <dsp:cNvPr id="0" name=""/>
        <dsp:cNvSpPr/>
      </dsp:nvSpPr>
      <dsp:spPr>
        <a:xfrm>
          <a:off x="0" y="2153245"/>
          <a:ext cx="4316172" cy="86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B3887-FE7D-4796-845C-4546ACFE11F2}">
      <dsp:nvSpPr>
        <dsp:cNvPr id="0" name=""/>
        <dsp:cNvSpPr/>
      </dsp:nvSpPr>
      <dsp:spPr>
        <a:xfrm>
          <a:off x="260498" y="2347004"/>
          <a:ext cx="473633" cy="4736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074A-5626-4D4A-9672-22127925E11C}">
      <dsp:nvSpPr>
        <dsp:cNvPr id="0" name=""/>
        <dsp:cNvSpPr/>
      </dsp:nvSpPr>
      <dsp:spPr>
        <a:xfrm>
          <a:off x="994629" y="2153245"/>
          <a:ext cx="3321542" cy="86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8" tIns="91138" rIns="91138" bIns="9113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Dr. </a:t>
          </a:r>
          <a:r>
            <a:rPr lang="en-US" sz="2400" b="1" kern="1200" dirty="0" err="1"/>
            <a:t>Lo’ai</a:t>
          </a:r>
          <a:r>
            <a:rPr lang="en-US" sz="2400" b="1" kern="1200" dirty="0"/>
            <a:t> Tawalbeh</a:t>
          </a:r>
          <a:endParaRPr lang="en-US" sz="2400" kern="1200" dirty="0"/>
        </a:p>
      </dsp:txBody>
      <dsp:txXfrm>
        <a:off x="994629" y="2153245"/>
        <a:ext cx="3321542" cy="861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F2AD0-60A6-4538-8507-D2F65B93EF97}">
      <dsp:nvSpPr>
        <dsp:cNvPr id="0" name=""/>
        <dsp:cNvSpPr/>
      </dsp:nvSpPr>
      <dsp:spPr>
        <a:xfrm>
          <a:off x="0" y="562"/>
          <a:ext cx="7804784" cy="13166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D179A-42BF-4FA8-8935-E932FFB95391}">
      <dsp:nvSpPr>
        <dsp:cNvPr id="0" name=""/>
        <dsp:cNvSpPr/>
      </dsp:nvSpPr>
      <dsp:spPr>
        <a:xfrm>
          <a:off x="398292" y="296813"/>
          <a:ext cx="724167" cy="724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499C5-966D-464E-B3CA-22BAEB08672C}">
      <dsp:nvSpPr>
        <dsp:cNvPr id="0" name=""/>
        <dsp:cNvSpPr/>
      </dsp:nvSpPr>
      <dsp:spPr>
        <a:xfrm>
          <a:off x="1520752" y="562"/>
          <a:ext cx="6284031" cy="1316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347" tIns="139347" rIns="139347" bIns="13934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software process defines the phases of activities or what need to be performed to construct a software system.</a:t>
          </a:r>
        </a:p>
      </dsp:txBody>
      <dsp:txXfrm>
        <a:off x="1520752" y="562"/>
        <a:ext cx="6284031" cy="1316668"/>
      </dsp:txXfrm>
    </dsp:sp>
    <dsp:sp modelId="{15BADB2E-6C38-4BB5-8BBC-970B11523CFB}">
      <dsp:nvSpPr>
        <dsp:cNvPr id="0" name=""/>
        <dsp:cNvSpPr/>
      </dsp:nvSpPr>
      <dsp:spPr>
        <a:xfrm>
          <a:off x="0" y="1646398"/>
          <a:ext cx="7804784" cy="13166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68C2E-5CED-4A24-A593-0B6ED4CECB65}">
      <dsp:nvSpPr>
        <dsp:cNvPr id="0" name=""/>
        <dsp:cNvSpPr/>
      </dsp:nvSpPr>
      <dsp:spPr>
        <a:xfrm>
          <a:off x="398292" y="1942648"/>
          <a:ext cx="724167" cy="724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76810-90C7-4252-A13A-17F6591A3328}">
      <dsp:nvSpPr>
        <dsp:cNvPr id="0" name=""/>
        <dsp:cNvSpPr/>
      </dsp:nvSpPr>
      <dsp:spPr>
        <a:xfrm>
          <a:off x="1520752" y="1646398"/>
          <a:ext cx="6284031" cy="1316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347" tIns="139347" rIns="139347" bIns="13934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software methodology details the steps or how to perform the activities of a software process. A methodology is an implementation of a process.</a:t>
          </a:r>
        </a:p>
      </dsp:txBody>
      <dsp:txXfrm>
        <a:off x="1520752" y="1646398"/>
        <a:ext cx="6284031" cy="1316668"/>
      </dsp:txXfrm>
    </dsp:sp>
    <dsp:sp modelId="{4E11E98C-7544-4245-BA01-9CD0588B28DF}">
      <dsp:nvSpPr>
        <dsp:cNvPr id="0" name=""/>
        <dsp:cNvSpPr/>
      </dsp:nvSpPr>
      <dsp:spPr>
        <a:xfrm>
          <a:off x="0" y="3292233"/>
          <a:ext cx="7804784" cy="13166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6253B5-EE67-485B-BE64-B58636C0A1C4}">
      <dsp:nvSpPr>
        <dsp:cNvPr id="0" name=""/>
        <dsp:cNvSpPr/>
      </dsp:nvSpPr>
      <dsp:spPr>
        <a:xfrm>
          <a:off x="398292" y="3588484"/>
          <a:ext cx="724167" cy="724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A8BB7-2ACB-47F3-8B82-0AEA522E1B90}">
      <dsp:nvSpPr>
        <dsp:cNvPr id="0" name=""/>
        <dsp:cNvSpPr/>
      </dsp:nvSpPr>
      <dsp:spPr>
        <a:xfrm>
          <a:off x="1520752" y="3292233"/>
          <a:ext cx="6284031" cy="1316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347" tIns="139347" rIns="139347" bIns="13934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Software development needs a software process and a methodology.</a:t>
          </a:r>
        </a:p>
      </dsp:txBody>
      <dsp:txXfrm>
        <a:off x="1520752" y="3292233"/>
        <a:ext cx="6284031" cy="13166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56E06-68DE-2943-946C-5FA3CEEC2F29}">
      <dsp:nvSpPr>
        <dsp:cNvPr id="0" name=""/>
        <dsp:cNvSpPr/>
      </dsp:nvSpPr>
      <dsp:spPr>
        <a:xfrm>
          <a:off x="0" y="19156"/>
          <a:ext cx="4501582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PSP is a comprehensive framework for training software engineers.</a:t>
          </a:r>
        </a:p>
      </dsp:txBody>
      <dsp:txXfrm>
        <a:off x="42722" y="61878"/>
        <a:ext cx="4416138" cy="789716"/>
      </dsp:txXfrm>
    </dsp:sp>
    <dsp:sp modelId="{F7572BD4-67B0-AA4D-9C85-87364B7EA829}">
      <dsp:nvSpPr>
        <dsp:cNvPr id="0" name=""/>
        <dsp:cNvSpPr/>
      </dsp:nvSpPr>
      <dsp:spPr>
        <a:xfrm>
          <a:off x="0" y="957676"/>
          <a:ext cx="4501582" cy="87516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consists of scripts, forms, standards and guidelines used in the training.</a:t>
          </a:r>
        </a:p>
      </dsp:txBody>
      <dsp:txXfrm>
        <a:off x="42722" y="1000398"/>
        <a:ext cx="4416138" cy="789716"/>
      </dsp:txXfrm>
    </dsp:sp>
    <dsp:sp modelId="{EC4318D5-6365-6543-B26F-C5258A7EE22D}">
      <dsp:nvSpPr>
        <dsp:cNvPr id="0" name=""/>
        <dsp:cNvSpPr/>
      </dsp:nvSpPr>
      <dsp:spPr>
        <a:xfrm>
          <a:off x="0" y="1896197"/>
          <a:ext cx="4501582" cy="87516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helps the software engineer identify areas for improvement.</a:t>
          </a:r>
        </a:p>
      </dsp:txBody>
      <dsp:txXfrm>
        <a:off x="42722" y="1938919"/>
        <a:ext cx="4416138" cy="789716"/>
      </dsp:txXfrm>
    </dsp:sp>
    <dsp:sp modelId="{92196855-DFD1-FB4E-9FC8-73A7339800DE}">
      <dsp:nvSpPr>
        <dsp:cNvPr id="0" name=""/>
        <dsp:cNvSpPr/>
      </dsp:nvSpPr>
      <dsp:spPr>
        <a:xfrm>
          <a:off x="0" y="2834717"/>
          <a:ext cx="4501582" cy="8751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prepares the software engineer to work in a team project.</a:t>
          </a:r>
        </a:p>
      </dsp:txBody>
      <dsp:txXfrm>
        <a:off x="42722" y="2877439"/>
        <a:ext cx="4416138" cy="789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13107-B5DE-344C-BD5B-B9A98FA5A156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BBB73-66E4-614A-BF5A-86FC0F21F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28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copip.wordpress.com</a:t>
            </a:r>
            <a:r>
              <a:rPr lang="en-US" dirty="0"/>
              <a:t>/2013/04/13/tame-problems-and-wicked-problems/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BBB73-66E4-614A-BF5A-86FC0F21FA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7D41F-4DA4-B44A-A056-FDB44838342F}" type="datetime1">
              <a:rPr lang="en-US" smtClean="0"/>
              <a:t>11/5/2024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2-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51263-B935-4B47-8AA7-F0168A13BABF}" type="datetime1">
              <a:rPr lang="en-US" smtClean="0"/>
              <a:t>11/5/2024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2-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1D35F-B47F-E54C-9573-290E4254DDFF}" type="datetime1">
              <a:rPr lang="en-US" smtClean="0"/>
              <a:t>11/5/2024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2-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7AD22-CB69-7A4F-BD59-B3E19A2DA606}" type="datetime1">
              <a:rPr lang="en-US" smtClean="0"/>
              <a:t>11/5/2024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2-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D236F-1EC5-ED43-9D22-07F7761C9469}" type="datetime1">
              <a:rPr lang="en-US" smtClean="0"/>
              <a:t>11/5/2024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2-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6966" y="175291"/>
            <a:ext cx="6370066" cy="624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52EE6-4DF7-734F-9304-ABB4FE8C4B41}" type="datetime1">
              <a:rPr lang="en-US" smtClean="0"/>
              <a:t>11/5/2024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51952" y="6291564"/>
            <a:ext cx="393065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2-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png"/><Relationship Id="rId7" Type="http://schemas.openxmlformats.org/officeDocument/2006/relationships/image" Target="../media/image20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jpg"/><Relationship Id="rId4" Type="http://schemas.openxmlformats.org/officeDocument/2006/relationships/image" Target="../media/image17.png"/><Relationship Id="rId9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com.com/tech-blog/crystal-method-in-agile-development-an-in-depth-guide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7375" y="501594"/>
            <a:ext cx="4316172" cy="16554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rtl="0">
              <a:lnSpc>
                <a:spcPct val="90000"/>
              </a:lnSpc>
              <a:spcBef>
                <a:spcPct val="0"/>
              </a:spcBef>
            </a:pPr>
            <a:endParaRPr lang="en-US" sz="3500" kern="1200" spc="-10" dirty="0">
              <a:latin typeface="+mj-lt"/>
              <a:cs typeface="+mj-cs"/>
            </a:endParaRPr>
          </a:p>
        </p:txBody>
      </p:sp>
      <p:pic>
        <p:nvPicPr>
          <p:cNvPr id="16" name="Picture 4" descr="Computer script on a screen">
            <a:extLst>
              <a:ext uri="{FF2B5EF4-FFF2-40B4-BE49-F238E27FC236}">
                <a16:creationId xmlns:a16="http://schemas.microsoft.com/office/drawing/2014/main" id="{2FDF4E9C-473A-E441-81D6-83FF3387C9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23" r="47747" b="1"/>
          <a:stretch/>
        </p:blipFill>
        <p:spPr>
          <a:xfrm>
            <a:off x="801097" y="1028701"/>
            <a:ext cx="2907124" cy="4338170"/>
          </a:xfrm>
          <a:prstGeom prst="rect">
            <a:avLst/>
          </a:prstGeom>
        </p:spPr>
      </p:pic>
      <p:graphicFrame>
        <p:nvGraphicFramePr>
          <p:cNvPr id="32" name="object 3">
            <a:extLst>
              <a:ext uri="{FF2B5EF4-FFF2-40B4-BE49-F238E27FC236}">
                <a16:creationId xmlns:a16="http://schemas.microsoft.com/office/drawing/2014/main" id="{5D358CC1-D18E-0701-D267-A62BC044AD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7100437"/>
              </p:ext>
            </p:extLst>
          </p:nvPr>
        </p:nvGraphicFramePr>
        <p:xfrm>
          <a:off x="4197376" y="2405894"/>
          <a:ext cx="4316172" cy="3014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640205">
              <a:lnSpc>
                <a:spcPct val="100000"/>
              </a:lnSpc>
              <a:spcBef>
                <a:spcPts val="95"/>
              </a:spcBef>
            </a:pPr>
            <a:r>
              <a:rPr lang="en-US"/>
              <a:t>Key</a:t>
            </a:r>
            <a:r>
              <a:rPr lang="en-US" spc="-114"/>
              <a:t> </a:t>
            </a:r>
            <a:r>
              <a:rPr lang="en-US" spc="-30"/>
              <a:t>Takeaway</a:t>
            </a:r>
            <a:r>
              <a:rPr lang="en-US" spc="-75"/>
              <a:t> </a:t>
            </a:r>
            <a:r>
              <a:rPr lang="en-US" spc="-10"/>
              <a:t>Points</a:t>
            </a:r>
            <a:endParaRPr lang="en-US" spc="-10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7CF4211C-4F8A-45F7-44F6-CA1FE9377A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5877364"/>
              </p:ext>
            </p:extLst>
          </p:nvPr>
        </p:nvGraphicFramePr>
        <p:xfrm>
          <a:off x="535816" y="933703"/>
          <a:ext cx="7804784" cy="4609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723" y="809898"/>
            <a:ext cx="7732627" cy="12475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634365" algn="l" rtl="0">
              <a:lnSpc>
                <a:spcPct val="90000"/>
              </a:lnSpc>
              <a:spcBef>
                <a:spcPct val="0"/>
              </a:spcBef>
            </a:pP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</a:t>
            </a:r>
            <a:r>
              <a:rPr lang="en-US" sz="4200" kern="1200" spc="-9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4200" kern="1200" spc="-8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</a:t>
            </a:r>
            <a:r>
              <a:rPr lang="en-US" sz="4200" kern="1200" spc="-9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059" y="2704013"/>
            <a:ext cx="8189364" cy="3540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marR="5080" indent="-285750" algn="l" rtl="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r>
              <a:rPr lang="en-US" b="1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Reality</a:t>
            </a:r>
            <a:r>
              <a:rPr lang="en-US" b="1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</a:t>
            </a:r>
            <a:r>
              <a:rPr lang="en-US" b="1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Many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many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years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develop. </a:t>
            </a:r>
          </a:p>
          <a:p>
            <a:pPr marL="285750" marR="5080" lvl="3" indent="-285750" algn="l" rtl="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r>
              <a:rPr lang="en-US" b="1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</a:t>
            </a:r>
            <a:r>
              <a:rPr lang="en-US" b="1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</a:t>
            </a:r>
            <a:r>
              <a:rPr lang="en-US" b="1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schedule,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without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knowing exactly</a:t>
            </a:r>
            <a:r>
              <a:rPr lang="en-US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wants,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en-US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happen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future?</a:t>
            </a:r>
          </a:p>
          <a:p>
            <a:pPr marL="285750" marR="5080" lvl="3" indent="-285750" algn="l" rtl="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</a:pPr>
            <a:endParaRPr lang="en-US" kern="1200" spc="-1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marR="5080" indent="-285750" algn="l" rtl="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r>
              <a:rPr lang="en-US" b="1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Reality</a:t>
            </a:r>
            <a:r>
              <a:rPr lang="en-US" b="1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</a:t>
            </a:r>
            <a:r>
              <a:rPr lang="en-US" b="1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Many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projects</a:t>
            </a:r>
            <a:r>
              <a:rPr lang="en-US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collaboration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departments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teams.</a:t>
            </a:r>
          </a:p>
          <a:p>
            <a:pPr marL="285750" marR="5080" indent="-285750" algn="l" rtl="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r>
              <a:rPr lang="en-US" b="1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</a:t>
            </a:r>
            <a:r>
              <a:rPr lang="en-US" b="1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</a:t>
            </a:r>
            <a:r>
              <a:rPr lang="en-US" b="1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do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divide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 among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departments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teams,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components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produced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them?</a:t>
            </a:r>
          </a:p>
          <a:p>
            <a:pPr marR="5080" algn="l" rtl="0">
              <a:lnSpc>
                <a:spcPct val="90000"/>
              </a:lnSpc>
              <a:spcBef>
                <a:spcPts val="385"/>
              </a:spcBef>
            </a:pPr>
            <a:endParaRPr lang="en-US" kern="1200" spc="-2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marR="5080" indent="-285750" algn="l" rtl="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r>
              <a:rPr lang="en-US" b="1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Reality</a:t>
            </a:r>
            <a:r>
              <a:rPr lang="en-US" b="1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</a:t>
            </a:r>
            <a:r>
              <a:rPr lang="en-US" b="1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departments</a:t>
            </a:r>
            <a:r>
              <a:rPr lang="en-US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processes,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methods,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tools.</a:t>
            </a:r>
            <a:r>
              <a:rPr lang="en-US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reside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</a:t>
            </a:r>
            <a:r>
              <a:rPr lang="en-US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locations.</a:t>
            </a:r>
          </a:p>
          <a:p>
            <a:pPr marL="285750" marR="5080" indent="-285750" algn="l" rtl="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r>
              <a:rPr lang="en-US" b="1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</a:t>
            </a:r>
            <a:r>
              <a:rPr lang="en-US" b="1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</a:t>
            </a:r>
            <a:r>
              <a:rPr lang="en-US" b="1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proper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coordination</a:t>
            </a:r>
            <a:r>
              <a:rPr lang="en-US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among</a:t>
            </a:r>
            <a:r>
              <a:rPr lang="en-US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departments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teams?</a:t>
            </a:r>
          </a:p>
          <a:p>
            <a:pPr marR="5080" algn="l" rtl="0">
              <a:lnSpc>
                <a:spcPct val="90000"/>
              </a:lnSpc>
              <a:spcBef>
                <a:spcPts val="385"/>
              </a:spcBef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65785" algn="l" rtl="0">
              <a:lnSpc>
                <a:spcPct val="90000"/>
              </a:lnSpc>
              <a:spcBef>
                <a:spcPct val="0"/>
              </a:spcBef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</a:t>
            </a:r>
            <a:r>
              <a:rPr lang="en-US" sz="4200" kern="1200" spc="-10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4200" kern="1200" spc="-8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Systems</a:t>
            </a:r>
            <a:r>
              <a:rPr lang="en-US" sz="4200" kern="1200" spc="-9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39" y="2588826"/>
            <a:ext cx="8361277" cy="3896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55600" marR="793115" indent="-228600" algn="l" rtl="0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1600" b="1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Reality</a:t>
            </a:r>
            <a:r>
              <a:rPr lang="en-US" sz="1600" b="1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</a:t>
            </a:r>
            <a:r>
              <a:rPr lang="en-US" sz="1600" b="1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Many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sz="16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satisfy</a:t>
            </a:r>
            <a:r>
              <a:rPr lang="en-US" sz="16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numerous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</a:t>
            </a:r>
            <a:r>
              <a:rPr lang="en-US" sz="16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constraints.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78105" indent="-228600" algn="l" rtl="0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1600" b="1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</a:t>
            </a:r>
            <a:r>
              <a:rPr lang="en-US" sz="1600" b="1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</a:t>
            </a:r>
            <a:r>
              <a:rPr lang="en-US" sz="1600" b="1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do</a:t>
            </a:r>
            <a:r>
              <a:rPr lang="en-US" sz="16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6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</a:t>
            </a:r>
            <a:r>
              <a:rPr lang="en-US" sz="16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sz="16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</a:t>
            </a:r>
            <a:r>
              <a:rPr lang="en-US" sz="16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constraints</a:t>
            </a:r>
            <a:r>
              <a:rPr lang="en-US" sz="16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met?</a:t>
            </a:r>
          </a:p>
          <a:p>
            <a:pPr marL="127000" marR="78105" algn="l" rtl="0">
              <a:lnSpc>
                <a:spcPct val="90000"/>
              </a:lnSpc>
              <a:spcBef>
                <a:spcPts val="580"/>
              </a:spcBef>
            </a:pP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514984" indent="-228600" algn="l" rtl="0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1600" b="1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Reality</a:t>
            </a:r>
            <a:r>
              <a:rPr lang="en-US" sz="1600" b="1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</a:t>
            </a:r>
            <a:r>
              <a:rPr lang="en-US" sz="1600" b="1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</a:t>
            </a:r>
            <a:r>
              <a:rPr lang="en-US" sz="16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constraints</a:t>
            </a:r>
            <a:r>
              <a:rPr lang="en-US" sz="16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en-US" sz="16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en-US" sz="16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16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6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time.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349250" indent="-228600" algn="l" rtl="0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1600" b="1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</a:t>
            </a:r>
            <a:r>
              <a:rPr lang="en-US" sz="1600" b="1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do</a:t>
            </a:r>
            <a:r>
              <a:rPr lang="en-US" sz="16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en-US" sz="16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</a:t>
            </a:r>
            <a:r>
              <a:rPr lang="en-US" sz="16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</a:t>
            </a:r>
            <a:r>
              <a:rPr lang="en-US" sz="16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6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cope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change?</a:t>
            </a:r>
          </a:p>
          <a:p>
            <a:pPr marL="127000" marR="349250" algn="l" rtl="0">
              <a:lnSpc>
                <a:spcPct val="90000"/>
              </a:lnSpc>
              <a:spcBef>
                <a:spcPts val="580"/>
              </a:spcBef>
            </a:pP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5080" indent="-228600" algn="l" rtl="0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1600" b="1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Reality</a:t>
            </a:r>
            <a:r>
              <a:rPr lang="en-US" sz="1600" b="1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</a:t>
            </a:r>
            <a:r>
              <a:rPr lang="en-US" sz="1600" b="1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6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16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en-US" sz="16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</a:t>
            </a:r>
            <a:r>
              <a:rPr lang="en-US" sz="16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6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hardware,</a:t>
            </a:r>
            <a:r>
              <a:rPr lang="en-US" sz="16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6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third</a:t>
            </a:r>
            <a:r>
              <a:rPr lang="en-US" sz="16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party</a:t>
            </a:r>
            <a:r>
              <a:rPr lang="en-US" sz="16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components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n-US" sz="16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programming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languages</a:t>
            </a:r>
            <a:r>
              <a:rPr lang="en-US" sz="16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6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</a:t>
            </a:r>
            <a:r>
              <a:rPr lang="en-US" sz="16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16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</a:t>
            </a:r>
            <a:r>
              <a:rPr lang="en-US" sz="16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</a:t>
            </a:r>
            <a:r>
              <a:rPr lang="en-US" sz="16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6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machines</a:t>
            </a:r>
            <a:r>
              <a:rPr lang="en-US" sz="16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located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en-US" sz="16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</a:t>
            </a:r>
            <a:r>
              <a:rPr lang="en-US" sz="16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places.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20320" indent="-228600" algn="l" rtl="0">
              <a:lnSpc>
                <a:spcPct val="900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1600" b="1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 3.</a:t>
            </a:r>
            <a:r>
              <a:rPr lang="en-US" sz="1600" b="1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sz="16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we</a:t>
            </a:r>
            <a:r>
              <a:rPr lang="en-US" sz="16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</a:t>
            </a:r>
            <a:r>
              <a:rPr lang="en-US" sz="16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16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hide</a:t>
            </a:r>
            <a:r>
              <a:rPr lang="en-US" sz="16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differences?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486" y="1078992"/>
            <a:ext cx="4701577" cy="1536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068705" algn="l" rtl="0">
              <a:lnSpc>
                <a:spcPct val="90000"/>
              </a:lnSpc>
              <a:spcBef>
                <a:spcPct val="0"/>
              </a:spcBef>
            </a:pPr>
            <a:r>
              <a:rPr lang="en-US" sz="4500" kern="1200">
                <a:latin typeface="+mj-lt"/>
                <a:cs typeface="+mj-cs"/>
              </a:rPr>
              <a:t>Properties</a:t>
            </a:r>
            <a:r>
              <a:rPr lang="en-US" sz="4500" kern="1200" spc="-85">
                <a:latin typeface="+mj-lt"/>
                <a:cs typeface="+mj-cs"/>
              </a:rPr>
              <a:t> </a:t>
            </a:r>
            <a:r>
              <a:rPr lang="en-US" sz="4500" kern="1200">
                <a:latin typeface="+mj-lt"/>
                <a:cs typeface="+mj-cs"/>
              </a:rPr>
              <a:t>of</a:t>
            </a:r>
            <a:r>
              <a:rPr lang="en-US" sz="4500" kern="1200" spc="-65">
                <a:latin typeface="+mj-lt"/>
                <a:cs typeface="+mj-cs"/>
              </a:rPr>
              <a:t> </a:t>
            </a:r>
            <a:r>
              <a:rPr lang="en-US" sz="4500" kern="1200">
                <a:latin typeface="+mj-lt"/>
                <a:cs typeface="+mj-cs"/>
              </a:rPr>
              <a:t>a</a:t>
            </a:r>
            <a:r>
              <a:rPr lang="en-US" sz="4500" kern="1200" spc="-114">
                <a:latin typeface="+mj-lt"/>
                <a:cs typeface="+mj-cs"/>
              </a:rPr>
              <a:t> </a:t>
            </a:r>
            <a:r>
              <a:rPr lang="en-US" sz="4500" kern="1200" spc="-40">
                <a:latin typeface="+mj-lt"/>
                <a:cs typeface="+mj-cs"/>
              </a:rPr>
              <a:t>Tame</a:t>
            </a:r>
            <a:r>
              <a:rPr lang="en-US" sz="4500" kern="1200" spc="-55">
                <a:latin typeface="+mj-lt"/>
                <a:cs typeface="+mj-cs"/>
              </a:rPr>
              <a:t> </a:t>
            </a:r>
            <a:r>
              <a:rPr lang="en-US" sz="4500" kern="1200" spc="-10">
                <a:latin typeface="+mj-lt"/>
                <a:cs typeface="+mj-cs"/>
              </a:rPr>
              <a:t>Problem</a:t>
            </a:r>
          </a:p>
        </p:txBody>
      </p:sp>
      <p:sp>
        <p:nvSpPr>
          <p:cNvPr id="12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0758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879" y="2935541"/>
            <a:ext cx="46634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9744" y="3121106"/>
            <a:ext cx="5303517" cy="3450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26390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27025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tame problem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completely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specified and there is a stopping rule.</a:t>
            </a:r>
          </a:p>
          <a:p>
            <a:pPr marL="326390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27025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tame problem,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specification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</a:t>
            </a:r>
            <a:r>
              <a:rPr lang="en-US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separated and  the solution can be 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valuated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correct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wrong).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207010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43535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scientific</a:t>
            </a:r>
            <a:r>
              <a:rPr lang="en-US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and 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ach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problem-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solving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 a</a:t>
            </a:r>
            <a:r>
              <a:rPr lang="en-US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finite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possible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moves.</a:t>
            </a:r>
          </a:p>
          <a:p>
            <a:pPr marL="355600" marR="207010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43535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adapted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solving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problems.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37185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37820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definite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chain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cause-effect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reasoning.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37820" marR="5080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 tested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immediately;</a:t>
            </a:r>
            <a:r>
              <a:rPr lang="en-US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tested,</a:t>
            </a:r>
            <a:r>
              <a:rPr lang="en-US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remains 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correct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forever.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37185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37820" algn="l"/>
              </a:tabLst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</a:t>
            </a:r>
            <a:r>
              <a:rPr lang="en-US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not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solved,</a:t>
            </a:r>
            <a:r>
              <a:rPr lang="en-US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simply try</a:t>
            </a:r>
            <a:r>
              <a:rPr lang="en-US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again.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5" name="Picture 5" descr="Question mark on green pastel background">
            <a:extLst>
              <a:ext uri="{FF2B5EF4-FFF2-40B4-BE49-F238E27FC236}">
                <a16:creationId xmlns:a16="http://schemas.microsoft.com/office/drawing/2014/main" id="{89F7C545-E825-1C46-0AF2-AA2BA4E7B3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509" r="11516"/>
          <a:stretch/>
        </p:blipFill>
        <p:spPr>
          <a:xfrm>
            <a:off x="5763004" y="10"/>
            <a:ext cx="3380995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158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Examples</a:t>
            </a:r>
            <a:r>
              <a:rPr spc="-85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spc="-40" dirty="0"/>
              <a:t>Tame</a:t>
            </a:r>
            <a:r>
              <a:rPr spc="-80" dirty="0"/>
              <a:t> </a:t>
            </a:r>
            <a:r>
              <a:rPr spc="-10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644" y="848640"/>
            <a:ext cx="1277961" cy="9382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3627" y="1789239"/>
            <a:ext cx="1746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Chess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playing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6237" y="798580"/>
            <a:ext cx="1014984" cy="10154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4789" y="1925764"/>
            <a:ext cx="187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Math</a:t>
            </a:r>
            <a:r>
              <a:rPr sz="2400" spc="-10" dirty="0">
                <a:latin typeface="Times New Roman"/>
                <a:cs typeface="Times New Roman"/>
              </a:rPr>
              <a:t> problems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9128" y="780626"/>
            <a:ext cx="1066799" cy="9482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659467" y="1624139"/>
            <a:ext cx="1365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Operations research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88591" y="3240025"/>
            <a:ext cx="1240790" cy="1221105"/>
            <a:chOff x="1688591" y="3240025"/>
            <a:chExt cx="1240790" cy="1221105"/>
          </a:xfrm>
        </p:grpSpPr>
        <p:sp>
          <p:nvSpPr>
            <p:cNvPr id="10" name="object 10"/>
            <p:cNvSpPr/>
            <p:nvPr/>
          </p:nvSpPr>
          <p:spPr>
            <a:xfrm>
              <a:off x="2400922" y="3493820"/>
              <a:ext cx="528320" cy="967105"/>
            </a:xfrm>
            <a:custGeom>
              <a:avLst/>
              <a:gdLst/>
              <a:ahLst/>
              <a:cxnLst/>
              <a:rect l="l" t="t" r="r" b="b"/>
              <a:pathLst>
                <a:path w="528319" h="967104">
                  <a:moveTo>
                    <a:pt x="415124" y="105448"/>
                  </a:moveTo>
                  <a:lnTo>
                    <a:pt x="385648" y="100545"/>
                  </a:lnTo>
                  <a:lnTo>
                    <a:pt x="381965" y="104216"/>
                  </a:lnTo>
                  <a:lnTo>
                    <a:pt x="372135" y="112801"/>
                  </a:lnTo>
                  <a:lnTo>
                    <a:pt x="336511" y="139776"/>
                  </a:lnTo>
                  <a:lnTo>
                    <a:pt x="282473" y="163068"/>
                  </a:lnTo>
                  <a:lnTo>
                    <a:pt x="250545" y="169202"/>
                  </a:lnTo>
                  <a:lnTo>
                    <a:pt x="216154" y="169202"/>
                  </a:lnTo>
                  <a:lnTo>
                    <a:pt x="154749" y="153263"/>
                  </a:lnTo>
                  <a:lnTo>
                    <a:pt x="110528" y="131191"/>
                  </a:lnTo>
                  <a:lnTo>
                    <a:pt x="76149" y="102997"/>
                  </a:lnTo>
                  <a:lnTo>
                    <a:pt x="70002" y="102997"/>
                  </a:lnTo>
                  <a:lnTo>
                    <a:pt x="65087" y="104216"/>
                  </a:lnTo>
                  <a:lnTo>
                    <a:pt x="58953" y="106667"/>
                  </a:lnTo>
                  <a:lnTo>
                    <a:pt x="51587" y="109118"/>
                  </a:lnTo>
                  <a:lnTo>
                    <a:pt x="15963" y="133642"/>
                  </a:lnTo>
                  <a:lnTo>
                    <a:pt x="0" y="150812"/>
                  </a:lnTo>
                  <a:lnTo>
                    <a:pt x="3683" y="156933"/>
                  </a:lnTo>
                  <a:lnTo>
                    <a:pt x="13512" y="175336"/>
                  </a:lnTo>
                  <a:lnTo>
                    <a:pt x="50355" y="231724"/>
                  </a:lnTo>
                  <a:lnTo>
                    <a:pt x="78600" y="262382"/>
                  </a:lnTo>
                  <a:lnTo>
                    <a:pt x="110528" y="291807"/>
                  </a:lnTo>
                  <a:lnTo>
                    <a:pt x="148602" y="315099"/>
                  </a:lnTo>
                  <a:lnTo>
                    <a:pt x="191592" y="328587"/>
                  </a:lnTo>
                  <a:lnTo>
                    <a:pt x="239496" y="333489"/>
                  </a:lnTo>
                  <a:lnTo>
                    <a:pt x="261594" y="333489"/>
                  </a:lnTo>
                  <a:lnTo>
                    <a:pt x="300901" y="328587"/>
                  </a:lnTo>
                  <a:lnTo>
                    <a:pt x="351256" y="316331"/>
                  </a:lnTo>
                  <a:lnTo>
                    <a:pt x="363537" y="310197"/>
                  </a:lnTo>
                  <a:lnTo>
                    <a:pt x="375818" y="305295"/>
                  </a:lnTo>
                  <a:lnTo>
                    <a:pt x="385648" y="300393"/>
                  </a:lnTo>
                  <a:lnTo>
                    <a:pt x="394246" y="295490"/>
                  </a:lnTo>
                  <a:lnTo>
                    <a:pt x="401612" y="291807"/>
                  </a:lnTo>
                  <a:lnTo>
                    <a:pt x="406527" y="288124"/>
                  </a:lnTo>
                  <a:lnTo>
                    <a:pt x="408978" y="286905"/>
                  </a:lnTo>
                  <a:lnTo>
                    <a:pt x="410210" y="285673"/>
                  </a:lnTo>
                  <a:lnTo>
                    <a:pt x="401612" y="266065"/>
                  </a:lnTo>
                  <a:lnTo>
                    <a:pt x="400380" y="267284"/>
                  </a:lnTo>
                  <a:lnTo>
                    <a:pt x="393014" y="270967"/>
                  </a:lnTo>
                  <a:lnTo>
                    <a:pt x="358622" y="289356"/>
                  </a:lnTo>
                  <a:lnTo>
                    <a:pt x="331609" y="297942"/>
                  </a:lnTo>
                  <a:lnTo>
                    <a:pt x="315633" y="302844"/>
                  </a:lnTo>
                  <a:lnTo>
                    <a:pt x="299669" y="306514"/>
                  </a:lnTo>
                  <a:lnTo>
                    <a:pt x="281254" y="308978"/>
                  </a:lnTo>
                  <a:lnTo>
                    <a:pt x="261594" y="310197"/>
                  </a:lnTo>
                  <a:lnTo>
                    <a:pt x="241947" y="310197"/>
                  </a:lnTo>
                  <a:lnTo>
                    <a:pt x="197739" y="305295"/>
                  </a:lnTo>
                  <a:lnTo>
                    <a:pt x="158432" y="293027"/>
                  </a:lnTo>
                  <a:lnTo>
                    <a:pt x="124040" y="273418"/>
                  </a:lnTo>
                  <a:lnTo>
                    <a:pt x="94564" y="248894"/>
                  </a:lnTo>
                  <a:lnTo>
                    <a:pt x="51587" y="197396"/>
                  </a:lnTo>
                  <a:lnTo>
                    <a:pt x="29476" y="161848"/>
                  </a:lnTo>
                  <a:lnTo>
                    <a:pt x="27012" y="155714"/>
                  </a:lnTo>
                  <a:lnTo>
                    <a:pt x="27012" y="154482"/>
                  </a:lnTo>
                  <a:lnTo>
                    <a:pt x="29476" y="152031"/>
                  </a:lnTo>
                  <a:lnTo>
                    <a:pt x="34391" y="148361"/>
                  </a:lnTo>
                  <a:lnTo>
                    <a:pt x="41757" y="140995"/>
                  </a:lnTo>
                  <a:lnTo>
                    <a:pt x="51587" y="134874"/>
                  </a:lnTo>
                  <a:lnTo>
                    <a:pt x="58953" y="129971"/>
                  </a:lnTo>
                  <a:lnTo>
                    <a:pt x="65087" y="127508"/>
                  </a:lnTo>
                  <a:lnTo>
                    <a:pt x="67551" y="126288"/>
                  </a:lnTo>
                  <a:lnTo>
                    <a:pt x="70002" y="128739"/>
                  </a:lnTo>
                  <a:lnTo>
                    <a:pt x="76149" y="133642"/>
                  </a:lnTo>
                  <a:lnTo>
                    <a:pt x="124040" y="164299"/>
                  </a:lnTo>
                  <a:lnTo>
                    <a:pt x="176860" y="185140"/>
                  </a:lnTo>
                  <a:lnTo>
                    <a:pt x="232117" y="194945"/>
                  </a:lnTo>
                  <a:lnTo>
                    <a:pt x="251777" y="194945"/>
                  </a:lnTo>
                  <a:lnTo>
                    <a:pt x="272656" y="192493"/>
                  </a:lnTo>
                  <a:lnTo>
                    <a:pt x="309499" y="182689"/>
                  </a:lnTo>
                  <a:lnTo>
                    <a:pt x="341426" y="166751"/>
                  </a:lnTo>
                  <a:lnTo>
                    <a:pt x="356171" y="156933"/>
                  </a:lnTo>
                  <a:lnTo>
                    <a:pt x="369671" y="148361"/>
                  </a:lnTo>
                  <a:lnTo>
                    <a:pt x="380733" y="138544"/>
                  </a:lnTo>
                  <a:lnTo>
                    <a:pt x="390550" y="129971"/>
                  </a:lnTo>
                  <a:lnTo>
                    <a:pt x="399148" y="122605"/>
                  </a:lnTo>
                  <a:lnTo>
                    <a:pt x="411429" y="110350"/>
                  </a:lnTo>
                  <a:lnTo>
                    <a:pt x="413893" y="106667"/>
                  </a:lnTo>
                  <a:lnTo>
                    <a:pt x="415124" y="105448"/>
                  </a:lnTo>
                  <a:close/>
                </a:path>
                <a:path w="528319" h="967104">
                  <a:moveTo>
                    <a:pt x="528116" y="285673"/>
                  </a:moveTo>
                  <a:lnTo>
                    <a:pt x="520738" y="220700"/>
                  </a:lnTo>
                  <a:lnTo>
                    <a:pt x="502323" y="164299"/>
                  </a:lnTo>
                  <a:lnTo>
                    <a:pt x="477761" y="115252"/>
                  </a:lnTo>
                  <a:lnTo>
                    <a:pt x="449503" y="74790"/>
                  </a:lnTo>
                  <a:lnTo>
                    <a:pt x="421259" y="42913"/>
                  </a:lnTo>
                  <a:lnTo>
                    <a:pt x="372135" y="0"/>
                  </a:lnTo>
                  <a:lnTo>
                    <a:pt x="369671" y="1231"/>
                  </a:lnTo>
                  <a:lnTo>
                    <a:pt x="361086" y="7366"/>
                  </a:lnTo>
                  <a:lnTo>
                    <a:pt x="348792" y="14719"/>
                  </a:lnTo>
                  <a:lnTo>
                    <a:pt x="318096" y="39243"/>
                  </a:lnTo>
                  <a:lnTo>
                    <a:pt x="286156" y="69888"/>
                  </a:lnTo>
                  <a:lnTo>
                    <a:pt x="255460" y="118935"/>
                  </a:lnTo>
                  <a:lnTo>
                    <a:pt x="245630" y="139776"/>
                  </a:lnTo>
                  <a:lnTo>
                    <a:pt x="239496" y="150812"/>
                  </a:lnTo>
                  <a:lnTo>
                    <a:pt x="238264" y="154482"/>
                  </a:lnTo>
                  <a:lnTo>
                    <a:pt x="239496" y="154482"/>
                  </a:lnTo>
                  <a:lnTo>
                    <a:pt x="241947" y="155714"/>
                  </a:lnTo>
                  <a:lnTo>
                    <a:pt x="256679" y="155714"/>
                  </a:lnTo>
                  <a:lnTo>
                    <a:pt x="264058" y="152031"/>
                  </a:lnTo>
                  <a:lnTo>
                    <a:pt x="265277" y="152031"/>
                  </a:lnTo>
                  <a:lnTo>
                    <a:pt x="268973" y="144678"/>
                  </a:lnTo>
                  <a:lnTo>
                    <a:pt x="272656" y="136093"/>
                  </a:lnTo>
                  <a:lnTo>
                    <a:pt x="278790" y="125056"/>
                  </a:lnTo>
                  <a:lnTo>
                    <a:pt x="307035" y="87058"/>
                  </a:lnTo>
                  <a:lnTo>
                    <a:pt x="336511" y="58851"/>
                  </a:lnTo>
                  <a:lnTo>
                    <a:pt x="368452" y="33108"/>
                  </a:lnTo>
                  <a:lnTo>
                    <a:pt x="372135" y="30657"/>
                  </a:lnTo>
                  <a:lnTo>
                    <a:pt x="389331" y="46596"/>
                  </a:lnTo>
                  <a:lnTo>
                    <a:pt x="431088" y="93179"/>
                  </a:lnTo>
                  <a:lnTo>
                    <a:pt x="472846" y="158165"/>
                  </a:lnTo>
                  <a:lnTo>
                    <a:pt x="488810" y="197396"/>
                  </a:lnTo>
                  <a:lnTo>
                    <a:pt x="499859" y="239090"/>
                  </a:lnTo>
                  <a:lnTo>
                    <a:pt x="504774" y="285673"/>
                  </a:lnTo>
                  <a:lnTo>
                    <a:pt x="503542" y="346976"/>
                  </a:lnTo>
                  <a:lnTo>
                    <a:pt x="498640" y="407060"/>
                  </a:lnTo>
                  <a:lnTo>
                    <a:pt x="492493" y="464680"/>
                  </a:lnTo>
                  <a:lnTo>
                    <a:pt x="485127" y="516178"/>
                  </a:lnTo>
                  <a:lnTo>
                    <a:pt x="477761" y="561543"/>
                  </a:lnTo>
                  <a:lnTo>
                    <a:pt x="466699" y="617943"/>
                  </a:lnTo>
                  <a:lnTo>
                    <a:pt x="465467" y="626529"/>
                  </a:lnTo>
                  <a:lnTo>
                    <a:pt x="450735" y="626529"/>
                  </a:lnTo>
                  <a:lnTo>
                    <a:pt x="432308" y="625297"/>
                  </a:lnTo>
                  <a:lnTo>
                    <a:pt x="380733" y="619163"/>
                  </a:lnTo>
                  <a:lnTo>
                    <a:pt x="311950" y="606907"/>
                  </a:lnTo>
                  <a:lnTo>
                    <a:pt x="273875" y="597103"/>
                  </a:lnTo>
                  <a:lnTo>
                    <a:pt x="238264" y="586066"/>
                  </a:lnTo>
                  <a:lnTo>
                    <a:pt x="207556" y="577481"/>
                  </a:lnTo>
                  <a:lnTo>
                    <a:pt x="182994" y="568896"/>
                  </a:lnTo>
                  <a:lnTo>
                    <a:pt x="164579" y="561543"/>
                  </a:lnTo>
                  <a:lnTo>
                    <a:pt x="149834" y="555409"/>
                  </a:lnTo>
                  <a:lnTo>
                    <a:pt x="138785" y="551738"/>
                  </a:lnTo>
                  <a:lnTo>
                    <a:pt x="131419" y="548055"/>
                  </a:lnTo>
                  <a:lnTo>
                    <a:pt x="171945" y="340855"/>
                  </a:lnTo>
                  <a:lnTo>
                    <a:pt x="149834" y="333489"/>
                  </a:lnTo>
                  <a:lnTo>
                    <a:pt x="99479" y="566445"/>
                  </a:lnTo>
                  <a:lnTo>
                    <a:pt x="101930" y="567677"/>
                  </a:lnTo>
                  <a:lnTo>
                    <a:pt x="109308" y="570128"/>
                  </a:lnTo>
                  <a:lnTo>
                    <a:pt x="140004" y="582383"/>
                  </a:lnTo>
                  <a:lnTo>
                    <a:pt x="163347" y="590969"/>
                  </a:lnTo>
                  <a:lnTo>
                    <a:pt x="192824" y="599554"/>
                  </a:lnTo>
                  <a:lnTo>
                    <a:pt x="215150" y="606729"/>
                  </a:lnTo>
                  <a:lnTo>
                    <a:pt x="206336" y="651040"/>
                  </a:lnTo>
                  <a:lnTo>
                    <a:pt x="202641" y="693953"/>
                  </a:lnTo>
                  <a:lnTo>
                    <a:pt x="198958" y="752805"/>
                  </a:lnTo>
                  <a:lnTo>
                    <a:pt x="196507" y="816559"/>
                  </a:lnTo>
                  <a:lnTo>
                    <a:pt x="194043" y="866838"/>
                  </a:lnTo>
                  <a:lnTo>
                    <a:pt x="192824" y="887679"/>
                  </a:lnTo>
                  <a:lnTo>
                    <a:pt x="109308" y="919556"/>
                  </a:lnTo>
                  <a:lnTo>
                    <a:pt x="228434" y="919556"/>
                  </a:lnTo>
                  <a:lnTo>
                    <a:pt x="227215" y="925690"/>
                  </a:lnTo>
                  <a:lnTo>
                    <a:pt x="227215" y="935494"/>
                  </a:lnTo>
                  <a:lnTo>
                    <a:pt x="146037" y="966939"/>
                  </a:lnTo>
                  <a:lnTo>
                    <a:pt x="443369" y="966939"/>
                  </a:lnTo>
                  <a:lnTo>
                    <a:pt x="443369" y="937945"/>
                  </a:lnTo>
                  <a:lnTo>
                    <a:pt x="442137" y="899934"/>
                  </a:lnTo>
                  <a:lnTo>
                    <a:pt x="439686" y="843534"/>
                  </a:lnTo>
                  <a:lnTo>
                    <a:pt x="438454" y="774877"/>
                  </a:lnTo>
                  <a:lnTo>
                    <a:pt x="436003" y="707440"/>
                  </a:lnTo>
                  <a:lnTo>
                    <a:pt x="434771" y="655955"/>
                  </a:lnTo>
                  <a:lnTo>
                    <a:pt x="434771" y="653618"/>
                  </a:lnTo>
                  <a:lnTo>
                    <a:pt x="445820" y="654723"/>
                  </a:lnTo>
                  <a:lnTo>
                    <a:pt x="456882" y="654723"/>
                  </a:lnTo>
                  <a:lnTo>
                    <a:pt x="465467" y="655955"/>
                  </a:lnTo>
                  <a:lnTo>
                    <a:pt x="482663" y="655955"/>
                  </a:lnTo>
                  <a:lnTo>
                    <a:pt x="497408" y="586066"/>
                  </a:lnTo>
                  <a:lnTo>
                    <a:pt x="506006" y="538251"/>
                  </a:lnTo>
                  <a:lnTo>
                    <a:pt x="514604" y="481850"/>
                  </a:lnTo>
                  <a:lnTo>
                    <a:pt x="521970" y="419315"/>
                  </a:lnTo>
                  <a:lnTo>
                    <a:pt x="526884" y="353110"/>
                  </a:lnTo>
                  <a:lnTo>
                    <a:pt x="528116" y="2856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4978" y="3926619"/>
              <a:ext cx="137554" cy="845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50764" y="3308682"/>
              <a:ext cx="232123" cy="2035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88579" y="3240036"/>
              <a:ext cx="766445" cy="794385"/>
            </a:xfrm>
            <a:custGeom>
              <a:avLst/>
              <a:gdLst/>
              <a:ahLst/>
              <a:cxnLst/>
              <a:rect l="l" t="t" r="r" b="b"/>
              <a:pathLst>
                <a:path w="766444" h="794385">
                  <a:moveTo>
                    <a:pt x="221081" y="685368"/>
                  </a:moveTo>
                  <a:lnTo>
                    <a:pt x="158432" y="685368"/>
                  </a:lnTo>
                  <a:lnTo>
                    <a:pt x="158432" y="704977"/>
                  </a:lnTo>
                  <a:lnTo>
                    <a:pt x="221081" y="704977"/>
                  </a:lnTo>
                  <a:lnTo>
                    <a:pt x="221081" y="685368"/>
                  </a:lnTo>
                  <a:close/>
                </a:path>
                <a:path w="766444" h="794385">
                  <a:moveTo>
                    <a:pt x="221081" y="646125"/>
                  </a:moveTo>
                  <a:lnTo>
                    <a:pt x="81064" y="646125"/>
                  </a:lnTo>
                  <a:lnTo>
                    <a:pt x="81064" y="664514"/>
                  </a:lnTo>
                  <a:lnTo>
                    <a:pt x="221081" y="664514"/>
                  </a:lnTo>
                  <a:lnTo>
                    <a:pt x="221081" y="646125"/>
                  </a:lnTo>
                  <a:close/>
                </a:path>
                <a:path w="766444" h="794385">
                  <a:moveTo>
                    <a:pt x="221081" y="605663"/>
                  </a:moveTo>
                  <a:lnTo>
                    <a:pt x="132651" y="605663"/>
                  </a:lnTo>
                  <a:lnTo>
                    <a:pt x="132651" y="626516"/>
                  </a:lnTo>
                  <a:lnTo>
                    <a:pt x="221081" y="626516"/>
                  </a:lnTo>
                  <a:lnTo>
                    <a:pt x="221081" y="605663"/>
                  </a:lnTo>
                  <a:close/>
                </a:path>
                <a:path w="766444" h="794385">
                  <a:moveTo>
                    <a:pt x="221081" y="566432"/>
                  </a:moveTo>
                  <a:lnTo>
                    <a:pt x="100711" y="566432"/>
                  </a:lnTo>
                  <a:lnTo>
                    <a:pt x="100711" y="586054"/>
                  </a:lnTo>
                  <a:lnTo>
                    <a:pt x="221081" y="586054"/>
                  </a:lnTo>
                  <a:lnTo>
                    <a:pt x="221081" y="566432"/>
                  </a:lnTo>
                  <a:close/>
                </a:path>
                <a:path w="766444" h="794385">
                  <a:moveTo>
                    <a:pt x="525665" y="272135"/>
                  </a:moveTo>
                  <a:lnTo>
                    <a:pt x="433552" y="272135"/>
                  </a:lnTo>
                  <a:lnTo>
                    <a:pt x="433552" y="269595"/>
                  </a:lnTo>
                  <a:lnTo>
                    <a:pt x="433552" y="216306"/>
                  </a:lnTo>
                  <a:lnTo>
                    <a:pt x="433552" y="157924"/>
                  </a:lnTo>
                  <a:lnTo>
                    <a:pt x="433552" y="135089"/>
                  </a:lnTo>
                  <a:lnTo>
                    <a:pt x="433552" y="117322"/>
                  </a:lnTo>
                  <a:lnTo>
                    <a:pt x="383197" y="117322"/>
                  </a:lnTo>
                  <a:lnTo>
                    <a:pt x="383197" y="91948"/>
                  </a:lnTo>
                  <a:lnTo>
                    <a:pt x="221081" y="91948"/>
                  </a:lnTo>
                  <a:lnTo>
                    <a:pt x="221081" y="117322"/>
                  </a:lnTo>
                  <a:lnTo>
                    <a:pt x="136334" y="117322"/>
                  </a:lnTo>
                  <a:lnTo>
                    <a:pt x="136334" y="135089"/>
                  </a:lnTo>
                  <a:lnTo>
                    <a:pt x="136334" y="157924"/>
                  </a:lnTo>
                  <a:lnTo>
                    <a:pt x="136334" y="216306"/>
                  </a:lnTo>
                  <a:lnTo>
                    <a:pt x="106857" y="216306"/>
                  </a:lnTo>
                  <a:lnTo>
                    <a:pt x="106857" y="269595"/>
                  </a:lnTo>
                  <a:lnTo>
                    <a:pt x="136334" y="269595"/>
                  </a:lnTo>
                  <a:lnTo>
                    <a:pt x="136334" y="272135"/>
                  </a:lnTo>
                  <a:lnTo>
                    <a:pt x="136334" y="326694"/>
                  </a:lnTo>
                  <a:lnTo>
                    <a:pt x="136334" y="354609"/>
                  </a:lnTo>
                  <a:lnTo>
                    <a:pt x="106857" y="354609"/>
                  </a:lnTo>
                  <a:lnTo>
                    <a:pt x="106857" y="367296"/>
                  </a:lnTo>
                  <a:lnTo>
                    <a:pt x="106857" y="385064"/>
                  </a:lnTo>
                  <a:lnTo>
                    <a:pt x="106857" y="407911"/>
                  </a:lnTo>
                  <a:lnTo>
                    <a:pt x="186690" y="407911"/>
                  </a:lnTo>
                  <a:lnTo>
                    <a:pt x="186690" y="385064"/>
                  </a:lnTo>
                  <a:lnTo>
                    <a:pt x="225983" y="385064"/>
                  </a:lnTo>
                  <a:lnTo>
                    <a:pt x="225983" y="407911"/>
                  </a:lnTo>
                  <a:lnTo>
                    <a:pt x="255460" y="407911"/>
                  </a:lnTo>
                  <a:lnTo>
                    <a:pt x="255460" y="445973"/>
                  </a:lnTo>
                  <a:lnTo>
                    <a:pt x="255460" y="524649"/>
                  </a:lnTo>
                  <a:lnTo>
                    <a:pt x="255460" y="594436"/>
                  </a:lnTo>
                  <a:lnTo>
                    <a:pt x="255460" y="640118"/>
                  </a:lnTo>
                  <a:lnTo>
                    <a:pt x="272656" y="640118"/>
                  </a:lnTo>
                  <a:lnTo>
                    <a:pt x="272656" y="594436"/>
                  </a:lnTo>
                  <a:lnTo>
                    <a:pt x="272656" y="524649"/>
                  </a:lnTo>
                  <a:lnTo>
                    <a:pt x="272656" y="445973"/>
                  </a:lnTo>
                  <a:lnTo>
                    <a:pt x="272656" y="407911"/>
                  </a:lnTo>
                  <a:lnTo>
                    <a:pt x="305816" y="407911"/>
                  </a:lnTo>
                  <a:lnTo>
                    <a:pt x="305816" y="385064"/>
                  </a:lnTo>
                  <a:lnTo>
                    <a:pt x="305816" y="367296"/>
                  </a:lnTo>
                  <a:lnTo>
                    <a:pt x="305816" y="354609"/>
                  </a:lnTo>
                  <a:lnTo>
                    <a:pt x="272656" y="354609"/>
                  </a:lnTo>
                  <a:lnTo>
                    <a:pt x="272656" y="326694"/>
                  </a:lnTo>
                  <a:lnTo>
                    <a:pt x="272656" y="272135"/>
                  </a:lnTo>
                  <a:lnTo>
                    <a:pt x="272656" y="269595"/>
                  </a:lnTo>
                  <a:lnTo>
                    <a:pt x="305816" y="269595"/>
                  </a:lnTo>
                  <a:lnTo>
                    <a:pt x="305816" y="216306"/>
                  </a:lnTo>
                  <a:lnTo>
                    <a:pt x="225983" y="216306"/>
                  </a:lnTo>
                  <a:lnTo>
                    <a:pt x="225983" y="269595"/>
                  </a:lnTo>
                  <a:lnTo>
                    <a:pt x="255460" y="269595"/>
                  </a:lnTo>
                  <a:lnTo>
                    <a:pt x="255460" y="272135"/>
                  </a:lnTo>
                  <a:lnTo>
                    <a:pt x="255460" y="326694"/>
                  </a:lnTo>
                  <a:lnTo>
                    <a:pt x="255460" y="354609"/>
                  </a:lnTo>
                  <a:lnTo>
                    <a:pt x="225983" y="354609"/>
                  </a:lnTo>
                  <a:lnTo>
                    <a:pt x="225983" y="367296"/>
                  </a:lnTo>
                  <a:lnTo>
                    <a:pt x="186690" y="367296"/>
                  </a:lnTo>
                  <a:lnTo>
                    <a:pt x="186690" y="354609"/>
                  </a:lnTo>
                  <a:lnTo>
                    <a:pt x="152298" y="354609"/>
                  </a:lnTo>
                  <a:lnTo>
                    <a:pt x="152298" y="326694"/>
                  </a:lnTo>
                  <a:lnTo>
                    <a:pt x="152298" y="272135"/>
                  </a:lnTo>
                  <a:lnTo>
                    <a:pt x="152298" y="269595"/>
                  </a:lnTo>
                  <a:lnTo>
                    <a:pt x="186690" y="269595"/>
                  </a:lnTo>
                  <a:lnTo>
                    <a:pt x="186690" y="216306"/>
                  </a:lnTo>
                  <a:lnTo>
                    <a:pt x="152298" y="216306"/>
                  </a:lnTo>
                  <a:lnTo>
                    <a:pt x="152298" y="157924"/>
                  </a:lnTo>
                  <a:lnTo>
                    <a:pt x="152298" y="135089"/>
                  </a:lnTo>
                  <a:lnTo>
                    <a:pt x="221081" y="135089"/>
                  </a:lnTo>
                  <a:lnTo>
                    <a:pt x="221081" y="157924"/>
                  </a:lnTo>
                  <a:lnTo>
                    <a:pt x="383197" y="157924"/>
                  </a:lnTo>
                  <a:lnTo>
                    <a:pt x="383197" y="135089"/>
                  </a:lnTo>
                  <a:lnTo>
                    <a:pt x="417588" y="135089"/>
                  </a:lnTo>
                  <a:lnTo>
                    <a:pt x="417588" y="157924"/>
                  </a:lnTo>
                  <a:lnTo>
                    <a:pt x="417588" y="216306"/>
                  </a:lnTo>
                  <a:lnTo>
                    <a:pt x="417588" y="269595"/>
                  </a:lnTo>
                  <a:lnTo>
                    <a:pt x="417588" y="272135"/>
                  </a:lnTo>
                  <a:lnTo>
                    <a:pt x="337756" y="272135"/>
                  </a:lnTo>
                  <a:lnTo>
                    <a:pt x="337756" y="326694"/>
                  </a:lnTo>
                  <a:lnTo>
                    <a:pt x="417588" y="326694"/>
                  </a:lnTo>
                  <a:lnTo>
                    <a:pt x="417588" y="354609"/>
                  </a:lnTo>
                  <a:lnTo>
                    <a:pt x="417588" y="367296"/>
                  </a:lnTo>
                  <a:lnTo>
                    <a:pt x="417588" y="385064"/>
                  </a:lnTo>
                  <a:lnTo>
                    <a:pt x="417588" y="407911"/>
                  </a:lnTo>
                  <a:lnTo>
                    <a:pt x="417588" y="445973"/>
                  </a:lnTo>
                  <a:lnTo>
                    <a:pt x="370916" y="445973"/>
                  </a:lnTo>
                  <a:lnTo>
                    <a:pt x="370916" y="524649"/>
                  </a:lnTo>
                  <a:lnTo>
                    <a:pt x="417588" y="524649"/>
                  </a:lnTo>
                  <a:lnTo>
                    <a:pt x="417588" y="594436"/>
                  </a:lnTo>
                  <a:lnTo>
                    <a:pt x="370916" y="594436"/>
                  </a:lnTo>
                  <a:lnTo>
                    <a:pt x="370916" y="640118"/>
                  </a:lnTo>
                  <a:lnTo>
                    <a:pt x="370916" y="671842"/>
                  </a:lnTo>
                  <a:lnTo>
                    <a:pt x="486359" y="671842"/>
                  </a:lnTo>
                  <a:lnTo>
                    <a:pt x="486359" y="640118"/>
                  </a:lnTo>
                  <a:lnTo>
                    <a:pt x="486359" y="594436"/>
                  </a:lnTo>
                  <a:lnTo>
                    <a:pt x="433552" y="594436"/>
                  </a:lnTo>
                  <a:lnTo>
                    <a:pt x="433552" y="524649"/>
                  </a:lnTo>
                  <a:lnTo>
                    <a:pt x="486359" y="524649"/>
                  </a:lnTo>
                  <a:lnTo>
                    <a:pt x="486359" y="445973"/>
                  </a:lnTo>
                  <a:lnTo>
                    <a:pt x="433552" y="445973"/>
                  </a:lnTo>
                  <a:lnTo>
                    <a:pt x="433552" y="407911"/>
                  </a:lnTo>
                  <a:lnTo>
                    <a:pt x="433552" y="385064"/>
                  </a:lnTo>
                  <a:lnTo>
                    <a:pt x="433552" y="367296"/>
                  </a:lnTo>
                  <a:lnTo>
                    <a:pt x="433552" y="354609"/>
                  </a:lnTo>
                  <a:lnTo>
                    <a:pt x="433552" y="326694"/>
                  </a:lnTo>
                  <a:lnTo>
                    <a:pt x="525665" y="326694"/>
                  </a:lnTo>
                  <a:lnTo>
                    <a:pt x="525665" y="272135"/>
                  </a:lnTo>
                  <a:close/>
                </a:path>
                <a:path w="766444" h="794385">
                  <a:moveTo>
                    <a:pt x="766381" y="331025"/>
                  </a:moveTo>
                  <a:lnTo>
                    <a:pt x="746734" y="279539"/>
                  </a:lnTo>
                  <a:lnTo>
                    <a:pt x="716026" y="255016"/>
                  </a:lnTo>
                  <a:lnTo>
                    <a:pt x="686549" y="248881"/>
                  </a:lnTo>
                  <a:lnTo>
                    <a:pt x="679183" y="250113"/>
                  </a:lnTo>
                  <a:lnTo>
                    <a:pt x="671817" y="253784"/>
                  </a:lnTo>
                  <a:lnTo>
                    <a:pt x="664438" y="261137"/>
                  </a:lnTo>
                  <a:lnTo>
                    <a:pt x="657072" y="269722"/>
                  </a:lnTo>
                  <a:lnTo>
                    <a:pt x="611632" y="255701"/>
                  </a:lnTo>
                  <a:lnTo>
                    <a:pt x="611632" y="31711"/>
                  </a:lnTo>
                  <a:lnTo>
                    <a:pt x="611632" y="0"/>
                  </a:lnTo>
                  <a:lnTo>
                    <a:pt x="584619" y="0"/>
                  </a:lnTo>
                  <a:lnTo>
                    <a:pt x="584619" y="31711"/>
                  </a:lnTo>
                  <a:lnTo>
                    <a:pt x="584619" y="247370"/>
                  </a:lnTo>
                  <a:lnTo>
                    <a:pt x="470395" y="212102"/>
                  </a:lnTo>
                  <a:lnTo>
                    <a:pt x="467931" y="219456"/>
                  </a:lnTo>
                  <a:lnTo>
                    <a:pt x="584619" y="258546"/>
                  </a:lnTo>
                  <a:lnTo>
                    <a:pt x="584619" y="761339"/>
                  </a:lnTo>
                  <a:lnTo>
                    <a:pt x="25793" y="761339"/>
                  </a:lnTo>
                  <a:lnTo>
                    <a:pt x="25793" y="31711"/>
                  </a:lnTo>
                  <a:lnTo>
                    <a:pt x="186690" y="31711"/>
                  </a:lnTo>
                  <a:lnTo>
                    <a:pt x="584619" y="31711"/>
                  </a:lnTo>
                  <a:lnTo>
                    <a:pt x="584619" y="0"/>
                  </a:lnTo>
                  <a:lnTo>
                    <a:pt x="186690" y="0"/>
                  </a:lnTo>
                  <a:lnTo>
                    <a:pt x="0" y="0"/>
                  </a:lnTo>
                  <a:lnTo>
                    <a:pt x="0" y="31711"/>
                  </a:lnTo>
                  <a:lnTo>
                    <a:pt x="0" y="761339"/>
                  </a:lnTo>
                  <a:lnTo>
                    <a:pt x="0" y="794334"/>
                  </a:lnTo>
                  <a:lnTo>
                    <a:pt x="611632" y="794334"/>
                  </a:lnTo>
                  <a:lnTo>
                    <a:pt x="611632" y="761339"/>
                  </a:lnTo>
                  <a:lnTo>
                    <a:pt x="611632" y="267601"/>
                  </a:lnTo>
                  <a:lnTo>
                    <a:pt x="650938" y="280758"/>
                  </a:lnTo>
                  <a:lnTo>
                    <a:pt x="647255" y="288112"/>
                  </a:lnTo>
                  <a:lnTo>
                    <a:pt x="646023" y="295478"/>
                  </a:lnTo>
                  <a:lnTo>
                    <a:pt x="643559" y="302831"/>
                  </a:lnTo>
                  <a:lnTo>
                    <a:pt x="643559" y="310184"/>
                  </a:lnTo>
                  <a:lnTo>
                    <a:pt x="648474" y="322453"/>
                  </a:lnTo>
                  <a:lnTo>
                    <a:pt x="659536" y="326123"/>
                  </a:lnTo>
                  <a:lnTo>
                    <a:pt x="675500" y="326123"/>
                  </a:lnTo>
                  <a:lnTo>
                    <a:pt x="675500" y="354330"/>
                  </a:lnTo>
                  <a:lnTo>
                    <a:pt x="679183" y="362902"/>
                  </a:lnTo>
                  <a:lnTo>
                    <a:pt x="685317" y="367817"/>
                  </a:lnTo>
                  <a:lnTo>
                    <a:pt x="702513" y="376389"/>
                  </a:lnTo>
                  <a:lnTo>
                    <a:pt x="719709" y="359232"/>
                  </a:lnTo>
                  <a:lnTo>
                    <a:pt x="730770" y="350647"/>
                  </a:lnTo>
                  <a:lnTo>
                    <a:pt x="743051" y="343293"/>
                  </a:lnTo>
                  <a:lnTo>
                    <a:pt x="754100" y="338391"/>
                  </a:lnTo>
                  <a:lnTo>
                    <a:pt x="762698" y="335940"/>
                  </a:lnTo>
                  <a:lnTo>
                    <a:pt x="766381" y="335940"/>
                  </a:lnTo>
                  <a:lnTo>
                    <a:pt x="766381" y="331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0865" y="3606482"/>
            <a:ext cx="1553845" cy="7696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>
              <a:lnSpc>
                <a:spcPct val="103299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Query optimization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7978" y="4651247"/>
            <a:ext cx="1288775" cy="134416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398077" y="4675251"/>
            <a:ext cx="152146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5080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latin typeface="Times New Roman"/>
                <a:cs typeface="Times New Roman"/>
              </a:rPr>
              <a:t>Compiler construction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54779" y="3235600"/>
            <a:ext cx="1386745" cy="140305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182935" y="4482719"/>
            <a:ext cx="1233805" cy="64770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635" marR="5080" indent="-128270">
              <a:lnSpc>
                <a:spcPct val="70000"/>
              </a:lnSpc>
              <a:spcBef>
                <a:spcPts val="965"/>
              </a:spcBef>
            </a:pPr>
            <a:r>
              <a:rPr sz="2400" spc="-10" dirty="0">
                <a:latin typeface="Times New Roman"/>
                <a:cs typeface="Times New Roman"/>
              </a:rPr>
              <a:t>Operating systems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6972" y="2557779"/>
            <a:ext cx="8773795" cy="3736340"/>
          </a:xfrm>
          <a:custGeom>
            <a:avLst/>
            <a:gdLst/>
            <a:ahLst/>
            <a:cxnLst/>
            <a:rect l="l" t="t" r="r" b="b"/>
            <a:pathLst>
              <a:path w="8773795" h="3736340">
                <a:moveTo>
                  <a:pt x="8748268" y="25400"/>
                </a:moveTo>
                <a:lnTo>
                  <a:pt x="8735568" y="25400"/>
                </a:lnTo>
                <a:lnTo>
                  <a:pt x="8735568" y="38100"/>
                </a:lnTo>
                <a:lnTo>
                  <a:pt x="8735568" y="3698240"/>
                </a:lnTo>
                <a:lnTo>
                  <a:pt x="38100" y="3698240"/>
                </a:lnTo>
                <a:lnTo>
                  <a:pt x="38100" y="38100"/>
                </a:lnTo>
                <a:lnTo>
                  <a:pt x="8735568" y="38100"/>
                </a:lnTo>
                <a:lnTo>
                  <a:pt x="8735568" y="25400"/>
                </a:lnTo>
                <a:lnTo>
                  <a:pt x="25400" y="25400"/>
                </a:lnTo>
                <a:lnTo>
                  <a:pt x="25400" y="38100"/>
                </a:lnTo>
                <a:lnTo>
                  <a:pt x="25400" y="3698240"/>
                </a:lnTo>
                <a:lnTo>
                  <a:pt x="25400" y="3710940"/>
                </a:lnTo>
                <a:lnTo>
                  <a:pt x="8748268" y="3710940"/>
                </a:lnTo>
                <a:lnTo>
                  <a:pt x="8748268" y="3698252"/>
                </a:lnTo>
                <a:lnTo>
                  <a:pt x="8748268" y="38100"/>
                </a:lnTo>
                <a:lnTo>
                  <a:pt x="8748268" y="37592"/>
                </a:lnTo>
                <a:lnTo>
                  <a:pt x="8748268" y="25400"/>
                </a:lnTo>
                <a:close/>
              </a:path>
              <a:path w="8773795" h="3736340">
                <a:moveTo>
                  <a:pt x="8773668" y="0"/>
                </a:moveTo>
                <a:lnTo>
                  <a:pt x="8760968" y="0"/>
                </a:lnTo>
                <a:lnTo>
                  <a:pt x="8760968" y="12700"/>
                </a:lnTo>
                <a:lnTo>
                  <a:pt x="8760968" y="3723640"/>
                </a:lnTo>
                <a:lnTo>
                  <a:pt x="12700" y="3723640"/>
                </a:lnTo>
                <a:lnTo>
                  <a:pt x="12700" y="12700"/>
                </a:lnTo>
                <a:lnTo>
                  <a:pt x="19050" y="12700"/>
                </a:lnTo>
                <a:lnTo>
                  <a:pt x="8760968" y="12700"/>
                </a:lnTo>
                <a:lnTo>
                  <a:pt x="8760968" y="0"/>
                </a:lnTo>
                <a:lnTo>
                  <a:pt x="19050" y="0"/>
                </a:lnTo>
                <a:lnTo>
                  <a:pt x="0" y="0"/>
                </a:lnTo>
                <a:lnTo>
                  <a:pt x="0" y="12700"/>
                </a:lnTo>
                <a:lnTo>
                  <a:pt x="0" y="3723640"/>
                </a:lnTo>
                <a:lnTo>
                  <a:pt x="0" y="3736340"/>
                </a:lnTo>
                <a:lnTo>
                  <a:pt x="8773668" y="3736340"/>
                </a:lnTo>
                <a:lnTo>
                  <a:pt x="8773668" y="3723640"/>
                </a:lnTo>
                <a:lnTo>
                  <a:pt x="8773668" y="12700"/>
                </a:lnTo>
                <a:lnTo>
                  <a:pt x="877366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15277" y="2570352"/>
            <a:ext cx="48145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Many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science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010911" y="2709672"/>
            <a:ext cx="3423285" cy="3649979"/>
            <a:chOff x="5010911" y="2709672"/>
            <a:chExt cx="3423285" cy="3649979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65976" y="2709672"/>
              <a:ext cx="1218204" cy="162432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10911" y="5334000"/>
              <a:ext cx="952499" cy="102565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43383" y="4770155"/>
              <a:ext cx="2585720" cy="956944"/>
            </a:xfrm>
            <a:custGeom>
              <a:avLst/>
              <a:gdLst/>
              <a:ahLst/>
              <a:cxnLst/>
              <a:rect l="l" t="t" r="r" b="b"/>
              <a:pathLst>
                <a:path w="2585720" h="956945">
                  <a:moveTo>
                    <a:pt x="161271" y="956426"/>
                  </a:moveTo>
                  <a:lnTo>
                    <a:pt x="410750" y="689930"/>
                  </a:lnTo>
                  <a:lnTo>
                    <a:pt x="352681" y="672165"/>
                  </a:lnTo>
                  <a:lnTo>
                    <a:pt x="299003" y="653561"/>
                  </a:lnTo>
                  <a:lnTo>
                    <a:pt x="249722" y="634183"/>
                  </a:lnTo>
                  <a:lnTo>
                    <a:pt x="204846" y="614097"/>
                  </a:lnTo>
                  <a:lnTo>
                    <a:pt x="164383" y="593370"/>
                  </a:lnTo>
                  <a:lnTo>
                    <a:pt x="128339" y="572066"/>
                  </a:lnTo>
                  <a:lnTo>
                    <a:pt x="96723" y="550252"/>
                  </a:lnTo>
                  <a:lnTo>
                    <a:pt x="46802" y="505359"/>
                  </a:lnTo>
                  <a:lnTo>
                    <a:pt x="14680" y="459218"/>
                  </a:lnTo>
                  <a:lnTo>
                    <a:pt x="416" y="412357"/>
                  </a:lnTo>
                  <a:lnTo>
                    <a:pt x="0" y="388821"/>
                  </a:lnTo>
                  <a:lnTo>
                    <a:pt x="4070" y="365303"/>
                  </a:lnTo>
                  <a:lnTo>
                    <a:pt x="25701" y="318585"/>
                  </a:lnTo>
                  <a:lnTo>
                    <a:pt x="65369" y="272730"/>
                  </a:lnTo>
                  <a:lnTo>
                    <a:pt x="123134" y="228267"/>
                  </a:lnTo>
                  <a:lnTo>
                    <a:pt x="158822" y="206722"/>
                  </a:lnTo>
                  <a:lnTo>
                    <a:pt x="199055" y="185723"/>
                  </a:lnTo>
                  <a:lnTo>
                    <a:pt x="243843" y="165335"/>
                  </a:lnTo>
                  <a:lnTo>
                    <a:pt x="293192" y="145625"/>
                  </a:lnTo>
                  <a:lnTo>
                    <a:pt x="347110" y="126659"/>
                  </a:lnTo>
                  <a:lnTo>
                    <a:pt x="387319" y="113943"/>
                  </a:lnTo>
                  <a:lnTo>
                    <a:pt x="428904" y="101894"/>
                  </a:lnTo>
                  <a:lnTo>
                    <a:pt x="471793" y="90514"/>
                  </a:lnTo>
                  <a:lnTo>
                    <a:pt x="515910" y="79804"/>
                  </a:lnTo>
                  <a:lnTo>
                    <a:pt x="561181" y="69763"/>
                  </a:lnTo>
                  <a:lnTo>
                    <a:pt x="607532" y="60393"/>
                  </a:lnTo>
                  <a:lnTo>
                    <a:pt x="654889" y="51695"/>
                  </a:lnTo>
                  <a:lnTo>
                    <a:pt x="703177" y="43669"/>
                  </a:lnTo>
                  <a:lnTo>
                    <a:pt x="752322" y="36317"/>
                  </a:lnTo>
                  <a:lnTo>
                    <a:pt x="802250" y="29639"/>
                  </a:lnTo>
                  <a:lnTo>
                    <a:pt x="852886" y="23635"/>
                  </a:lnTo>
                  <a:lnTo>
                    <a:pt x="904157" y="18307"/>
                  </a:lnTo>
                  <a:lnTo>
                    <a:pt x="955987" y="13656"/>
                  </a:lnTo>
                  <a:lnTo>
                    <a:pt x="1008303" y="9682"/>
                  </a:lnTo>
                  <a:lnTo>
                    <a:pt x="1061031" y="6386"/>
                  </a:lnTo>
                  <a:lnTo>
                    <a:pt x="1114095" y="3769"/>
                  </a:lnTo>
                  <a:lnTo>
                    <a:pt x="1167422" y="1832"/>
                  </a:lnTo>
                  <a:lnTo>
                    <a:pt x="1220938" y="575"/>
                  </a:lnTo>
                  <a:lnTo>
                    <a:pt x="1274568" y="0"/>
                  </a:lnTo>
                  <a:lnTo>
                    <a:pt x="1328238" y="106"/>
                  </a:lnTo>
                  <a:lnTo>
                    <a:pt x="1381873" y="895"/>
                  </a:lnTo>
                  <a:lnTo>
                    <a:pt x="1435400" y="2368"/>
                  </a:lnTo>
                  <a:lnTo>
                    <a:pt x="1488743" y="4526"/>
                  </a:lnTo>
                  <a:lnTo>
                    <a:pt x="1541830" y="7369"/>
                  </a:lnTo>
                  <a:lnTo>
                    <a:pt x="1594585" y="10898"/>
                  </a:lnTo>
                  <a:lnTo>
                    <a:pt x="1646934" y="15113"/>
                  </a:lnTo>
                  <a:lnTo>
                    <a:pt x="1698803" y="20017"/>
                  </a:lnTo>
                  <a:lnTo>
                    <a:pt x="1750117" y="25609"/>
                  </a:lnTo>
                  <a:lnTo>
                    <a:pt x="1800803" y="31890"/>
                  </a:lnTo>
                  <a:lnTo>
                    <a:pt x="1850786" y="38861"/>
                  </a:lnTo>
                  <a:lnTo>
                    <a:pt x="1899991" y="46524"/>
                  </a:lnTo>
                  <a:lnTo>
                    <a:pt x="1948345" y="54878"/>
                  </a:lnTo>
                  <a:lnTo>
                    <a:pt x="1995773" y="63924"/>
                  </a:lnTo>
                  <a:lnTo>
                    <a:pt x="2042201" y="73664"/>
                  </a:lnTo>
                  <a:lnTo>
                    <a:pt x="2087555" y="84097"/>
                  </a:lnTo>
                  <a:lnTo>
                    <a:pt x="2131760" y="95226"/>
                  </a:lnTo>
                  <a:lnTo>
                    <a:pt x="2174742" y="107050"/>
                  </a:lnTo>
                  <a:lnTo>
                    <a:pt x="2232810" y="124815"/>
                  </a:lnTo>
                  <a:lnTo>
                    <a:pt x="2286489" y="143418"/>
                  </a:lnTo>
                  <a:lnTo>
                    <a:pt x="2335770" y="162796"/>
                  </a:lnTo>
                  <a:lnTo>
                    <a:pt x="2380646" y="182882"/>
                  </a:lnTo>
                  <a:lnTo>
                    <a:pt x="2421110" y="203609"/>
                  </a:lnTo>
                  <a:lnTo>
                    <a:pt x="2457154" y="224912"/>
                  </a:lnTo>
                  <a:lnTo>
                    <a:pt x="2488771" y="246725"/>
                  </a:lnTo>
                  <a:lnTo>
                    <a:pt x="2538692" y="291617"/>
                  </a:lnTo>
                  <a:lnTo>
                    <a:pt x="2570816" y="337757"/>
                  </a:lnTo>
                  <a:lnTo>
                    <a:pt x="2585080" y="384617"/>
                  </a:lnTo>
                  <a:lnTo>
                    <a:pt x="2585497" y="408152"/>
                  </a:lnTo>
                  <a:lnTo>
                    <a:pt x="2581427" y="431669"/>
                  </a:lnTo>
                  <a:lnTo>
                    <a:pt x="2559796" y="478386"/>
                  </a:lnTo>
                  <a:lnTo>
                    <a:pt x="2520128" y="524239"/>
                  </a:lnTo>
                  <a:lnTo>
                    <a:pt x="2462362" y="568701"/>
                  </a:lnTo>
                  <a:lnTo>
                    <a:pt x="2426674" y="590246"/>
                  </a:lnTo>
                  <a:lnTo>
                    <a:pt x="2386440" y="611245"/>
                  </a:lnTo>
                  <a:lnTo>
                    <a:pt x="2341651" y="631632"/>
                  </a:lnTo>
                  <a:lnTo>
                    <a:pt x="2292301" y="651342"/>
                  </a:lnTo>
                  <a:lnTo>
                    <a:pt x="2238381" y="670308"/>
                  </a:lnTo>
                  <a:lnTo>
                    <a:pt x="2199114" y="682734"/>
                  </a:lnTo>
                  <a:lnTo>
                    <a:pt x="2158403" y="694549"/>
                  </a:lnTo>
                  <a:lnTo>
                    <a:pt x="2116321" y="705747"/>
                  </a:lnTo>
                  <a:lnTo>
                    <a:pt x="2072940" y="716325"/>
                  </a:lnTo>
                  <a:lnTo>
                    <a:pt x="2028332" y="726276"/>
                  </a:lnTo>
                  <a:lnTo>
                    <a:pt x="1982568" y="735596"/>
                  </a:lnTo>
                  <a:lnTo>
                    <a:pt x="1935721" y="744280"/>
                  </a:lnTo>
                  <a:lnTo>
                    <a:pt x="1887863" y="752321"/>
                  </a:lnTo>
                  <a:lnTo>
                    <a:pt x="1839066" y="759716"/>
                  </a:lnTo>
                  <a:lnTo>
                    <a:pt x="1789401" y="766460"/>
                  </a:lnTo>
                  <a:lnTo>
                    <a:pt x="1738941" y="772546"/>
                  </a:lnTo>
                  <a:lnTo>
                    <a:pt x="1687758" y="777970"/>
                  </a:lnTo>
                  <a:lnTo>
                    <a:pt x="1635924" y="782727"/>
                  </a:lnTo>
                  <a:lnTo>
                    <a:pt x="1583511" y="786812"/>
                  </a:lnTo>
                  <a:lnTo>
                    <a:pt x="1530590" y="790219"/>
                  </a:lnTo>
                  <a:lnTo>
                    <a:pt x="1477234" y="792943"/>
                  </a:lnTo>
                  <a:lnTo>
                    <a:pt x="1423515" y="794980"/>
                  </a:lnTo>
                  <a:lnTo>
                    <a:pt x="1369505" y="796324"/>
                  </a:lnTo>
                  <a:lnTo>
                    <a:pt x="1315276" y="796971"/>
                  </a:lnTo>
                  <a:lnTo>
                    <a:pt x="1260899" y="796914"/>
                  </a:lnTo>
                  <a:lnTo>
                    <a:pt x="1206447" y="796149"/>
                  </a:lnTo>
                  <a:lnTo>
                    <a:pt x="1151992" y="794671"/>
                  </a:lnTo>
                  <a:lnTo>
                    <a:pt x="1097606" y="792474"/>
                  </a:lnTo>
                  <a:lnTo>
                    <a:pt x="1043361" y="789554"/>
                  </a:lnTo>
                  <a:lnTo>
                    <a:pt x="989328" y="785905"/>
                  </a:lnTo>
                  <a:lnTo>
                    <a:pt x="935580" y="781523"/>
                  </a:lnTo>
                  <a:lnTo>
                    <a:pt x="882190" y="776402"/>
                  </a:lnTo>
                  <a:lnTo>
                    <a:pt x="829228" y="770536"/>
                  </a:lnTo>
                  <a:lnTo>
                    <a:pt x="161271" y="95642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177597" y="4141979"/>
            <a:ext cx="2040255" cy="137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AI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problems</a:t>
            </a:r>
            <a:endParaRPr sz="2800">
              <a:latin typeface="Times New Roman"/>
              <a:cs typeface="Times New Roman"/>
            </a:endParaRPr>
          </a:p>
          <a:p>
            <a:pPr marL="471805" marR="26034" indent="-472440">
              <a:lnSpc>
                <a:spcPct val="100000"/>
              </a:lnSpc>
              <a:spcBef>
                <a:spcPts val="2435"/>
              </a:spcBef>
            </a:pPr>
            <a:r>
              <a:rPr sz="2000" dirty="0">
                <a:latin typeface="Times New Roman"/>
                <a:cs typeface="Times New Roman"/>
              </a:rPr>
              <a:t>Why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tame </a:t>
            </a:r>
            <a:r>
              <a:rPr sz="2000" spc="-10" dirty="0">
                <a:latin typeface="Times New Roman"/>
                <a:cs typeface="Times New Roman"/>
              </a:rPr>
              <a:t>problems?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723" y="470262"/>
            <a:ext cx="7956262" cy="1894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Software</a:t>
            </a:r>
            <a:r>
              <a:rPr lang="en-US" sz="4200" kern="1200" spc="-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</a:t>
            </a:r>
            <a:r>
              <a:rPr lang="en-US" sz="4200" kern="1200" spc="-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</a:t>
            </a:r>
            <a:r>
              <a:rPr lang="en-US" sz="4200" kern="1200" spc="-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</a:t>
            </a:r>
            <a:r>
              <a:rPr lang="en-US" sz="4200" kern="1200" spc="-1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b="1" kern="1200" spc="-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Wicked</a:t>
            </a:r>
            <a:r>
              <a:rPr lang="en-US" sz="42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504" y="2704014"/>
            <a:ext cx="7886700" cy="35818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26390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27025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0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wicked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does not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have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definite</a:t>
            </a:r>
            <a:r>
              <a:rPr lang="en-US" sz="20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formulation.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37185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37820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specification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solution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cannot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separated.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37185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37820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stopping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rule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you can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always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it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better.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37820" marR="102235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 be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evaluated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terms of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 or 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bad,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judgment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usually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subjective.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5080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43535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problem-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solving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 an</a:t>
            </a:r>
            <a:r>
              <a:rPr lang="en-US" sz="20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infinite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choices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goes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matter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principle.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193675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43535" algn="l"/>
              </a:tabLst>
            </a:pP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Cause-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reasoning is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premise-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based,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leading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varying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actions,</a:t>
            </a:r>
            <a:r>
              <a:rPr lang="en-US" sz="20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tell</a:t>
            </a:r>
            <a:r>
              <a:rPr lang="en-US" sz="20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is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37185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37820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0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subject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life-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testing.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43535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wicked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</a:t>
            </a:r>
            <a:r>
              <a:rPr lang="en-US" sz="20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378460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490220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problem-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solver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wrong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consequence</a:t>
            </a:r>
            <a:r>
              <a:rPr lang="en-US" sz="20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disastrous.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05918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Examples</a:t>
            </a:r>
            <a:r>
              <a:rPr spc="-8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20" dirty="0"/>
              <a:t>Wicked</a:t>
            </a:r>
            <a:r>
              <a:rPr spc="-10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1089" y="2670302"/>
            <a:ext cx="1932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Urban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938783"/>
            <a:ext cx="1719071" cy="17190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0936" y="914400"/>
            <a:ext cx="2465831" cy="18486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63390" y="2827464"/>
            <a:ext cx="289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National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policy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making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0975" y="3354323"/>
            <a:ext cx="2666999" cy="17144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53477" y="5142039"/>
            <a:ext cx="2280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Economic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reforms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3808" y="3377196"/>
            <a:ext cx="2618231" cy="174191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062662" y="4991227"/>
            <a:ext cx="2589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 marR="5080" indent="-49403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software development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41776" y="4157285"/>
            <a:ext cx="2495550" cy="2443480"/>
            <a:chOff x="3541776" y="4157285"/>
            <a:chExt cx="2495550" cy="244348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1776" y="5381244"/>
              <a:ext cx="1133463" cy="12191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99915" y="4162047"/>
              <a:ext cx="2132330" cy="1355725"/>
            </a:xfrm>
            <a:custGeom>
              <a:avLst/>
              <a:gdLst/>
              <a:ahLst/>
              <a:cxnLst/>
              <a:rect l="l" t="t" r="r" b="b"/>
              <a:pathLst>
                <a:path w="2132329" h="1355725">
                  <a:moveTo>
                    <a:pt x="0" y="161544"/>
                  </a:moveTo>
                  <a:lnTo>
                    <a:pt x="5770" y="118599"/>
                  </a:lnTo>
                  <a:lnTo>
                    <a:pt x="22055" y="80009"/>
                  </a:lnTo>
                  <a:lnTo>
                    <a:pt x="47315" y="47315"/>
                  </a:lnTo>
                  <a:lnTo>
                    <a:pt x="80010" y="22055"/>
                  </a:lnTo>
                  <a:lnTo>
                    <a:pt x="118599" y="5770"/>
                  </a:lnTo>
                  <a:lnTo>
                    <a:pt x="161544" y="0"/>
                  </a:lnTo>
                  <a:lnTo>
                    <a:pt x="355346" y="0"/>
                  </a:lnTo>
                  <a:lnTo>
                    <a:pt x="888365" y="0"/>
                  </a:lnTo>
                  <a:lnTo>
                    <a:pt x="1970532" y="0"/>
                  </a:lnTo>
                  <a:lnTo>
                    <a:pt x="2013476" y="5770"/>
                  </a:lnTo>
                  <a:lnTo>
                    <a:pt x="2052066" y="22055"/>
                  </a:lnTo>
                  <a:lnTo>
                    <a:pt x="2084760" y="47315"/>
                  </a:lnTo>
                  <a:lnTo>
                    <a:pt x="2110020" y="80010"/>
                  </a:lnTo>
                  <a:lnTo>
                    <a:pt x="2126305" y="118599"/>
                  </a:lnTo>
                  <a:lnTo>
                    <a:pt x="2132076" y="161544"/>
                  </a:lnTo>
                  <a:lnTo>
                    <a:pt x="2132076" y="565404"/>
                  </a:lnTo>
                  <a:lnTo>
                    <a:pt x="2132076" y="807720"/>
                  </a:lnTo>
                  <a:lnTo>
                    <a:pt x="2126305" y="850657"/>
                  </a:lnTo>
                  <a:lnTo>
                    <a:pt x="2110020" y="889250"/>
                  </a:lnTo>
                  <a:lnTo>
                    <a:pt x="2084760" y="921946"/>
                  </a:lnTo>
                  <a:lnTo>
                    <a:pt x="2052065" y="947207"/>
                  </a:lnTo>
                  <a:lnTo>
                    <a:pt x="2013476" y="963493"/>
                  </a:lnTo>
                  <a:lnTo>
                    <a:pt x="1970532" y="969263"/>
                  </a:lnTo>
                  <a:lnTo>
                    <a:pt x="888365" y="969263"/>
                  </a:lnTo>
                  <a:lnTo>
                    <a:pt x="352475" y="1355394"/>
                  </a:lnTo>
                  <a:lnTo>
                    <a:pt x="355346" y="969263"/>
                  </a:lnTo>
                  <a:lnTo>
                    <a:pt x="161544" y="969263"/>
                  </a:lnTo>
                  <a:lnTo>
                    <a:pt x="118599" y="963493"/>
                  </a:lnTo>
                  <a:lnTo>
                    <a:pt x="80010" y="947207"/>
                  </a:lnTo>
                  <a:lnTo>
                    <a:pt x="47315" y="921946"/>
                  </a:lnTo>
                  <a:lnTo>
                    <a:pt x="22055" y="889250"/>
                  </a:lnTo>
                  <a:lnTo>
                    <a:pt x="5770" y="850657"/>
                  </a:lnTo>
                  <a:lnTo>
                    <a:pt x="0" y="807707"/>
                  </a:lnTo>
                  <a:lnTo>
                    <a:pt x="0" y="565404"/>
                  </a:lnTo>
                  <a:lnTo>
                    <a:pt x="0" y="1615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55427" y="4308538"/>
            <a:ext cx="188023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Why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these </a:t>
            </a:r>
            <a:r>
              <a:rPr sz="2000" dirty="0">
                <a:latin typeface="Times New Roman"/>
                <a:cs typeface="Times New Roman"/>
              </a:rPr>
              <a:t>wicked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problems?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4648" y="983437"/>
            <a:ext cx="5867400" cy="16387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953895" algn="l" rtl="0">
              <a:lnSpc>
                <a:spcPct val="90000"/>
              </a:lnSpc>
              <a:spcBef>
                <a:spcPct val="0"/>
              </a:spcBef>
            </a:pPr>
            <a:r>
              <a:rPr lang="en-US" sz="4500" kern="1200" dirty="0">
                <a:latin typeface="+mj-lt"/>
                <a:cs typeface="+mj-cs"/>
              </a:rPr>
              <a:t>Software</a:t>
            </a:r>
            <a:r>
              <a:rPr lang="en-US" sz="4500" kern="1200" spc="-100" dirty="0">
                <a:latin typeface="+mj-lt"/>
                <a:cs typeface="+mj-cs"/>
              </a:rPr>
              <a:t> </a:t>
            </a:r>
            <a:r>
              <a:rPr lang="en-US" sz="4500" kern="1200" spc="-10" dirty="0">
                <a:latin typeface="+mj-lt"/>
                <a:cs typeface="+mj-cs"/>
              </a:rPr>
              <a:t>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48865-2662-BB7B-D99D-130FF30942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52" r="33989" b="-1"/>
          <a:stretch/>
        </p:blipFill>
        <p:spPr>
          <a:xfrm>
            <a:off x="20" y="10"/>
            <a:ext cx="3378973" cy="6857990"/>
          </a:xfrm>
          <a:prstGeom prst="rect">
            <a:avLst/>
          </a:prstGeom>
        </p:spPr>
      </p:pic>
      <p:sp>
        <p:nvSpPr>
          <p:cNvPr id="12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79326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4449" y="2935541"/>
            <a:ext cx="46634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81400" y="3142488"/>
            <a:ext cx="525780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55600" marR="5080" indent="-228600" algn="l" rtl="0">
              <a:lnSpc>
                <a:spcPct val="9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20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en-US" sz="20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challenges</a:t>
            </a:r>
            <a:r>
              <a:rPr lang="en-US" sz="20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en-US" sz="20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0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</a:t>
            </a:r>
            <a:r>
              <a:rPr lang="en-US" sz="20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engineering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approach</a:t>
            </a:r>
            <a:r>
              <a:rPr lang="en-US" sz="20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development.</a:t>
            </a:r>
            <a:r>
              <a:rPr lang="en-US" sz="20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000" b="1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2000" b="1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000" b="1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required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 rtl="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10160" indent="-228600" algn="l" rtl="0">
              <a:lnSpc>
                <a:spcPct val="90000"/>
              </a:lnSpc>
              <a:spcBef>
                <a:spcPts val="1805"/>
              </a:spcBef>
              <a:buFont typeface="Arial" panose="020B0604020202020204" pitchFamily="34" charset="0"/>
              <a:buChar char="•"/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Definition</a:t>
            </a:r>
            <a:r>
              <a:rPr lang="en-US" sz="2000" b="1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2.1</a:t>
            </a:r>
            <a:r>
              <a:rPr lang="en-US" sz="2000" b="1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000" kern="1200" spc="-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en-US" sz="2000" i="1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2000" i="1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defines</a:t>
            </a:r>
            <a:r>
              <a:rPr lang="en-US" sz="20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series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activities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performed</a:t>
            </a:r>
            <a:r>
              <a:rPr lang="en-US" sz="20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construct</a:t>
            </a:r>
            <a:r>
              <a:rPr lang="en-US" sz="20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activity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produces</a:t>
            </a:r>
            <a:r>
              <a:rPr lang="en-US" sz="20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artifacts,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the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en-US" sz="20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other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phases.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43180" indent="-228600" algn="l" rtl="0">
              <a:lnSpc>
                <a:spcPct val="9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phase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 a set</a:t>
            </a:r>
            <a:r>
              <a:rPr lang="en-US" sz="20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entrance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criteria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criteria.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2849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656150"/>
            <a:ext cx="4254500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723" y="873940"/>
            <a:ext cx="3789277" cy="103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376680" algn="l" rtl="0">
              <a:lnSpc>
                <a:spcPct val="90000"/>
              </a:lnSpc>
              <a:spcBef>
                <a:spcPct val="0"/>
              </a:spcBef>
            </a:pPr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Software</a:t>
            </a:r>
            <a:r>
              <a:rPr lang="en-US" sz="26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Process</a:t>
            </a:r>
            <a:r>
              <a:rPr lang="en-US" sz="26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3771" y="2524721"/>
            <a:ext cx="4414098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indent="-228600" algn="l" rtl="0">
              <a:lnSpc>
                <a:spcPct val="90000"/>
              </a:lnSpc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Water Fall Model </a:t>
            </a:r>
          </a:p>
          <a:p>
            <a:pPr marL="355600" indent="-228600" algn="l" rtl="0">
              <a:lnSpc>
                <a:spcPct val="90000"/>
              </a:lnSpc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Prototyping</a:t>
            </a:r>
            <a:r>
              <a:rPr lang="en-US" sz="22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</a:p>
          <a:p>
            <a:pPr marL="469900" lvl="8" indent="-342900" algn="l" rtl="0">
              <a:lnSpc>
                <a:spcPct val="90000"/>
              </a:lnSpc>
              <a:spcBef>
                <a:spcPts val="865"/>
              </a:spcBef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Throwaway prototype </a:t>
            </a:r>
          </a:p>
          <a:p>
            <a:pPr marL="469900" lvl="8" indent="-342900" algn="l" rtl="0">
              <a:lnSpc>
                <a:spcPct val="90000"/>
              </a:lnSpc>
              <a:spcBef>
                <a:spcPts val="865"/>
              </a:spcBef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Evolutionary</a:t>
            </a:r>
            <a:r>
              <a:rPr lang="en-US" sz="22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prototype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Spiral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22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Model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Incremental Model </a:t>
            </a:r>
          </a:p>
          <a:p>
            <a:pPr marL="355600" indent="-228600" algn="l" rtl="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Personal</a:t>
            </a:r>
            <a:r>
              <a:rPr lang="en-US" sz="22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22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7224" y="608401"/>
            <a:ext cx="3478126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Head with Gears">
            <a:extLst>
              <a:ext uri="{FF2B5EF4-FFF2-40B4-BE49-F238E27FC236}">
                <a16:creationId xmlns:a16="http://schemas.microsoft.com/office/drawing/2014/main" id="{4AD78738-F04F-4DFB-F3A0-93E15FA37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7869" y="1875422"/>
            <a:ext cx="3167439" cy="3167439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92240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6966" y="175291"/>
            <a:ext cx="6370066" cy="58734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62306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+mn-lt"/>
                <a:cs typeface="Calibri" panose="020F0502020204030204" pitchFamily="34" charset="0"/>
              </a:rPr>
              <a:t>The</a:t>
            </a:r>
            <a:r>
              <a:rPr spc="-114" dirty="0">
                <a:latin typeface="+mn-lt"/>
                <a:cs typeface="Calibri" panose="020F0502020204030204" pitchFamily="34" charset="0"/>
              </a:rPr>
              <a:t> </a:t>
            </a:r>
            <a:r>
              <a:rPr spc="-30" dirty="0">
                <a:latin typeface="+mn-lt"/>
                <a:cs typeface="Calibri" panose="020F0502020204030204" pitchFamily="34" charset="0"/>
              </a:rPr>
              <a:t>Waterfall</a:t>
            </a:r>
            <a:r>
              <a:rPr spc="-80" dirty="0">
                <a:latin typeface="+mn-lt"/>
                <a:cs typeface="Calibri" panose="020F0502020204030204" pitchFamily="34" charset="0"/>
              </a:rPr>
              <a:t> </a:t>
            </a:r>
            <a:r>
              <a:rPr spc="-10" dirty="0">
                <a:latin typeface="+mn-lt"/>
                <a:cs typeface="Calibri" panose="020F0502020204030204" pitchFamily="34" charset="0"/>
              </a:rPr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2333" y="1062989"/>
            <a:ext cx="3613785" cy="338554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874394">
              <a:lnSpc>
                <a:spcPct val="100000"/>
              </a:lnSpc>
              <a:spcBef>
                <a:spcPts val="480"/>
              </a:spcBef>
            </a:pPr>
            <a:r>
              <a:rPr sz="1800" dirty="0">
                <a:latin typeface="+mn-lt"/>
                <a:cs typeface="Calibri" panose="020F0502020204030204" pitchFamily="34" charset="0"/>
              </a:rPr>
              <a:t>System</a:t>
            </a:r>
            <a:r>
              <a:rPr sz="1800" spc="-20" dirty="0">
                <a:latin typeface="+mn-lt"/>
                <a:cs typeface="Calibri" panose="020F0502020204030204" pitchFamily="34" charset="0"/>
              </a:rPr>
              <a:t> </a:t>
            </a:r>
            <a:r>
              <a:rPr sz="1800" spc="-10" dirty="0">
                <a:latin typeface="+mn-lt"/>
                <a:cs typeface="Calibri" panose="020F0502020204030204" pitchFamily="34" charset="0"/>
              </a:rPr>
              <a:t>Engineering</a:t>
            </a:r>
            <a:endParaRPr sz="180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6717" y="1843277"/>
            <a:ext cx="3564890" cy="361637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+mn-lt"/>
                <a:cs typeface="Calibri" panose="020F0502020204030204" pitchFamily="34" charset="0"/>
              </a:rPr>
              <a:t>Software</a:t>
            </a:r>
            <a:r>
              <a:rPr sz="1800" spc="50" dirty="0">
                <a:latin typeface="+mn-lt"/>
                <a:cs typeface="Calibri" panose="020F0502020204030204" pitchFamily="34" charset="0"/>
              </a:rPr>
              <a:t> </a:t>
            </a:r>
            <a:r>
              <a:rPr sz="1800" spc="-10" dirty="0">
                <a:latin typeface="+mn-lt"/>
                <a:cs typeface="Calibri" panose="020F0502020204030204" pitchFamily="34" charset="0"/>
              </a:rPr>
              <a:t>Requirements</a:t>
            </a:r>
            <a:r>
              <a:rPr sz="1800" spc="-60" dirty="0">
                <a:latin typeface="+mn-lt"/>
                <a:cs typeface="Calibri" panose="020F0502020204030204" pitchFamily="34" charset="0"/>
              </a:rPr>
              <a:t> </a:t>
            </a:r>
            <a:r>
              <a:rPr sz="1800" spc="-10" dirty="0">
                <a:latin typeface="+mn-lt"/>
                <a:cs typeface="Calibri" panose="020F0502020204030204" pitchFamily="34" charset="0"/>
              </a:rPr>
              <a:t>Analysis</a:t>
            </a:r>
            <a:endParaRPr sz="180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5005" y="2637282"/>
            <a:ext cx="3529965" cy="364843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996315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latin typeface="+mn-lt"/>
                <a:cs typeface="Calibri" panose="020F0502020204030204" pitchFamily="34" charset="0"/>
              </a:rPr>
              <a:t>Software</a:t>
            </a:r>
            <a:r>
              <a:rPr sz="1800" spc="-15" dirty="0">
                <a:latin typeface="+mn-lt"/>
                <a:cs typeface="Calibri" panose="020F0502020204030204" pitchFamily="34" charset="0"/>
              </a:rPr>
              <a:t> </a:t>
            </a:r>
            <a:r>
              <a:rPr sz="1800" spc="-10" dirty="0">
                <a:latin typeface="+mn-lt"/>
                <a:cs typeface="Calibri" panose="020F0502020204030204" pitchFamily="34" charset="0"/>
              </a:rPr>
              <a:t>Design</a:t>
            </a:r>
            <a:endParaRPr sz="180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0622" y="3414521"/>
            <a:ext cx="3575685" cy="348813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743585">
              <a:lnSpc>
                <a:spcPct val="100000"/>
              </a:lnSpc>
              <a:spcBef>
                <a:spcPts val="560"/>
              </a:spcBef>
            </a:pPr>
            <a:r>
              <a:rPr sz="1800" dirty="0">
                <a:latin typeface="+mn-lt"/>
                <a:cs typeface="Calibri" panose="020F0502020204030204" pitchFamily="34" charset="0"/>
              </a:rPr>
              <a:t>Coding</a:t>
            </a:r>
            <a:r>
              <a:rPr sz="1800" spc="-15" dirty="0">
                <a:latin typeface="+mn-lt"/>
                <a:cs typeface="Calibri" panose="020F0502020204030204" pitchFamily="34" charset="0"/>
              </a:rPr>
              <a:t> </a:t>
            </a:r>
            <a:r>
              <a:rPr sz="1800" dirty="0">
                <a:latin typeface="+mn-lt"/>
                <a:cs typeface="Calibri" panose="020F0502020204030204" pitchFamily="34" charset="0"/>
              </a:rPr>
              <a:t>&amp;</a:t>
            </a:r>
            <a:r>
              <a:rPr sz="1800" spc="-5" dirty="0">
                <a:latin typeface="+mn-lt"/>
                <a:cs typeface="Calibri" panose="020F0502020204030204" pitchFamily="34" charset="0"/>
              </a:rPr>
              <a:t> </a:t>
            </a:r>
            <a:r>
              <a:rPr sz="1800" dirty="0">
                <a:latin typeface="+mn-lt"/>
                <a:cs typeface="Calibri" panose="020F0502020204030204" pitchFamily="34" charset="0"/>
              </a:rPr>
              <a:t>Unit</a:t>
            </a:r>
            <a:r>
              <a:rPr sz="1800" spc="-30" dirty="0">
                <a:latin typeface="+mn-lt"/>
                <a:cs typeface="Calibri" panose="020F0502020204030204" pitchFamily="34" charset="0"/>
              </a:rPr>
              <a:t> </a:t>
            </a:r>
            <a:r>
              <a:rPr sz="1800" spc="-10" dirty="0">
                <a:latin typeface="+mn-lt"/>
                <a:cs typeface="Calibri" panose="020F0502020204030204" pitchFamily="34" charset="0"/>
              </a:rPr>
              <a:t>Testing</a:t>
            </a:r>
            <a:endParaRPr sz="180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5005" y="4188714"/>
            <a:ext cx="3529965" cy="328936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405"/>
              </a:spcBef>
            </a:pPr>
            <a:r>
              <a:rPr sz="1800" dirty="0">
                <a:latin typeface="+mn-lt"/>
                <a:cs typeface="Calibri" panose="020F0502020204030204" pitchFamily="34" charset="0"/>
              </a:rPr>
              <a:t>Integration</a:t>
            </a:r>
            <a:r>
              <a:rPr sz="1800" spc="-30" dirty="0">
                <a:latin typeface="+mn-lt"/>
                <a:cs typeface="Calibri" panose="020F0502020204030204" pitchFamily="34" charset="0"/>
              </a:rPr>
              <a:t> </a:t>
            </a:r>
            <a:r>
              <a:rPr sz="1800" dirty="0">
                <a:latin typeface="+mn-lt"/>
                <a:cs typeface="Calibri" panose="020F0502020204030204" pitchFamily="34" charset="0"/>
              </a:rPr>
              <a:t>&amp; Integration</a:t>
            </a:r>
            <a:r>
              <a:rPr sz="1800" spc="-50" dirty="0">
                <a:latin typeface="+mn-lt"/>
                <a:cs typeface="Calibri" panose="020F0502020204030204" pitchFamily="34" charset="0"/>
              </a:rPr>
              <a:t> </a:t>
            </a:r>
            <a:r>
              <a:rPr sz="1800" spc="-10" dirty="0">
                <a:latin typeface="+mn-lt"/>
                <a:cs typeface="Calibri" panose="020F0502020204030204" pitchFamily="34" charset="0"/>
              </a:rPr>
              <a:t>Testing</a:t>
            </a:r>
            <a:endParaRPr sz="180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6717" y="5001005"/>
            <a:ext cx="3564890" cy="352019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880110">
              <a:lnSpc>
                <a:spcPct val="100000"/>
              </a:lnSpc>
              <a:spcBef>
                <a:spcPts val="585"/>
              </a:spcBef>
            </a:pPr>
            <a:r>
              <a:rPr sz="1800" dirty="0">
                <a:latin typeface="+mn-lt"/>
                <a:cs typeface="Calibri" panose="020F0502020204030204" pitchFamily="34" charset="0"/>
              </a:rPr>
              <a:t>Acceptance</a:t>
            </a:r>
            <a:r>
              <a:rPr sz="1800" spc="-30" dirty="0">
                <a:latin typeface="+mn-lt"/>
                <a:cs typeface="Calibri" panose="020F0502020204030204" pitchFamily="34" charset="0"/>
              </a:rPr>
              <a:t> </a:t>
            </a:r>
            <a:r>
              <a:rPr sz="1800" spc="-10" dirty="0">
                <a:latin typeface="+mn-lt"/>
                <a:cs typeface="Calibri" panose="020F0502020204030204" pitchFamily="34" charset="0"/>
              </a:rPr>
              <a:t>Testing</a:t>
            </a:r>
            <a:endParaRPr sz="18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96717" y="5776721"/>
            <a:ext cx="3564890" cy="368691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+mn-lt"/>
                <a:cs typeface="Calibri" panose="020F0502020204030204" pitchFamily="34" charset="0"/>
              </a:rPr>
              <a:t>Maintenance</a:t>
            </a:r>
            <a:endParaRPr sz="1800">
              <a:latin typeface="+mn-lt"/>
              <a:cs typeface="Calibri" panose="020F0502020204030204" pitchFamily="34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16304" y="1520189"/>
            <a:ext cx="127000" cy="325120"/>
            <a:chOff x="4416304" y="1520189"/>
            <a:chExt cx="127000" cy="325120"/>
          </a:xfrm>
        </p:grpSpPr>
        <p:sp>
          <p:nvSpPr>
            <p:cNvPr id="11" name="object 11"/>
            <p:cNvSpPr/>
            <p:nvPr/>
          </p:nvSpPr>
          <p:spPr>
            <a:xfrm>
              <a:off x="4479798" y="1520189"/>
              <a:ext cx="0" cy="210820"/>
            </a:xfrm>
            <a:custGeom>
              <a:avLst/>
              <a:gdLst/>
              <a:ahLst/>
              <a:cxnLst/>
              <a:rect l="l" t="t" r="r" b="b"/>
              <a:pathLst>
                <a:path h="210819">
                  <a:moveTo>
                    <a:pt x="0" y="0"/>
                  </a:moveTo>
                  <a:lnTo>
                    <a:pt x="0" y="21031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416304" y="171780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416304" y="2309622"/>
            <a:ext cx="127000" cy="325120"/>
            <a:chOff x="4416304" y="2309622"/>
            <a:chExt cx="127000" cy="325120"/>
          </a:xfrm>
        </p:grpSpPr>
        <p:sp>
          <p:nvSpPr>
            <p:cNvPr id="14" name="object 14"/>
            <p:cNvSpPr/>
            <p:nvPr/>
          </p:nvSpPr>
          <p:spPr>
            <a:xfrm>
              <a:off x="4479798" y="2309622"/>
              <a:ext cx="0" cy="210820"/>
            </a:xfrm>
            <a:custGeom>
              <a:avLst/>
              <a:gdLst/>
              <a:ahLst/>
              <a:cxnLst/>
              <a:rect l="l" t="t" r="r" b="b"/>
              <a:pathLst>
                <a:path h="210819">
                  <a:moveTo>
                    <a:pt x="0" y="0"/>
                  </a:moveTo>
                  <a:lnTo>
                    <a:pt x="0" y="21031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416304" y="2507236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416304" y="3097529"/>
            <a:ext cx="127000" cy="326390"/>
            <a:chOff x="4416304" y="3097529"/>
            <a:chExt cx="127000" cy="326390"/>
          </a:xfrm>
        </p:grpSpPr>
        <p:sp>
          <p:nvSpPr>
            <p:cNvPr id="17" name="object 17"/>
            <p:cNvSpPr/>
            <p:nvPr/>
          </p:nvSpPr>
          <p:spPr>
            <a:xfrm>
              <a:off x="4479798" y="3097529"/>
              <a:ext cx="0" cy="212090"/>
            </a:xfrm>
            <a:custGeom>
              <a:avLst/>
              <a:gdLst/>
              <a:ahLst/>
              <a:cxnLst/>
              <a:rect l="l" t="t" r="r" b="b"/>
              <a:pathLst>
                <a:path h="212089">
                  <a:moveTo>
                    <a:pt x="0" y="0"/>
                  </a:moveTo>
                  <a:lnTo>
                    <a:pt x="0" y="21183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16304" y="3296668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416304" y="3886961"/>
            <a:ext cx="127000" cy="326390"/>
            <a:chOff x="4416304" y="3886961"/>
            <a:chExt cx="127000" cy="326390"/>
          </a:xfrm>
        </p:grpSpPr>
        <p:sp>
          <p:nvSpPr>
            <p:cNvPr id="20" name="object 20"/>
            <p:cNvSpPr/>
            <p:nvPr/>
          </p:nvSpPr>
          <p:spPr>
            <a:xfrm>
              <a:off x="4479798" y="3886961"/>
              <a:ext cx="0" cy="212090"/>
            </a:xfrm>
            <a:custGeom>
              <a:avLst/>
              <a:gdLst/>
              <a:ahLst/>
              <a:cxnLst/>
              <a:rect l="l" t="t" r="r" b="b"/>
              <a:pathLst>
                <a:path h="212089">
                  <a:moveTo>
                    <a:pt x="0" y="0"/>
                  </a:moveTo>
                  <a:lnTo>
                    <a:pt x="0" y="21183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416304" y="408610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416304" y="4676394"/>
            <a:ext cx="127000" cy="325120"/>
            <a:chOff x="4416304" y="4676394"/>
            <a:chExt cx="127000" cy="325120"/>
          </a:xfrm>
        </p:grpSpPr>
        <p:sp>
          <p:nvSpPr>
            <p:cNvPr id="23" name="object 23"/>
            <p:cNvSpPr/>
            <p:nvPr/>
          </p:nvSpPr>
          <p:spPr>
            <a:xfrm>
              <a:off x="4479798" y="4676394"/>
              <a:ext cx="0" cy="210820"/>
            </a:xfrm>
            <a:custGeom>
              <a:avLst/>
              <a:gdLst/>
              <a:ahLst/>
              <a:cxnLst/>
              <a:rect l="l" t="t" r="r" b="b"/>
              <a:pathLst>
                <a:path h="210820">
                  <a:moveTo>
                    <a:pt x="0" y="0"/>
                  </a:moveTo>
                  <a:lnTo>
                    <a:pt x="0" y="21031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416304" y="4874008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6999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416304" y="5464302"/>
            <a:ext cx="127000" cy="326390"/>
            <a:chOff x="4416304" y="5464302"/>
            <a:chExt cx="127000" cy="326390"/>
          </a:xfrm>
        </p:grpSpPr>
        <p:sp>
          <p:nvSpPr>
            <p:cNvPr id="26" name="object 26"/>
            <p:cNvSpPr/>
            <p:nvPr/>
          </p:nvSpPr>
          <p:spPr>
            <a:xfrm>
              <a:off x="4479798" y="5464302"/>
              <a:ext cx="0" cy="212090"/>
            </a:xfrm>
            <a:custGeom>
              <a:avLst/>
              <a:gdLst/>
              <a:ahLst/>
              <a:cxnLst/>
              <a:rect l="l" t="t" r="r" b="b"/>
              <a:pathLst>
                <a:path h="212089">
                  <a:moveTo>
                    <a:pt x="0" y="0"/>
                  </a:moveTo>
                  <a:lnTo>
                    <a:pt x="0" y="21183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416304" y="566344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240526" y="4524757"/>
            <a:ext cx="568960" cy="741045"/>
            <a:chOff x="6240526" y="4524757"/>
            <a:chExt cx="568960" cy="741045"/>
          </a:xfrm>
        </p:grpSpPr>
        <p:sp>
          <p:nvSpPr>
            <p:cNvPr id="29" name="object 29"/>
            <p:cNvSpPr/>
            <p:nvPr/>
          </p:nvSpPr>
          <p:spPr>
            <a:xfrm>
              <a:off x="6246876" y="4586541"/>
              <a:ext cx="556260" cy="673100"/>
            </a:xfrm>
            <a:custGeom>
              <a:avLst/>
              <a:gdLst/>
              <a:ahLst/>
              <a:cxnLst/>
              <a:rect l="l" t="t" r="r" b="b"/>
              <a:pathLst>
                <a:path w="556259" h="673100">
                  <a:moveTo>
                    <a:pt x="0" y="672782"/>
                  </a:moveTo>
                  <a:lnTo>
                    <a:pt x="59497" y="652712"/>
                  </a:lnTo>
                  <a:lnTo>
                    <a:pt x="118387" y="632580"/>
                  </a:lnTo>
                  <a:lnTo>
                    <a:pt x="176061" y="612324"/>
                  </a:lnTo>
                  <a:lnTo>
                    <a:pt x="231910" y="591880"/>
                  </a:lnTo>
                  <a:lnTo>
                    <a:pt x="285326" y="571187"/>
                  </a:lnTo>
                  <a:lnTo>
                    <a:pt x="335702" y="550182"/>
                  </a:lnTo>
                  <a:lnTo>
                    <a:pt x="382428" y="528802"/>
                  </a:lnTo>
                  <a:lnTo>
                    <a:pt x="424898" y="506985"/>
                  </a:lnTo>
                  <a:lnTo>
                    <a:pt x="462502" y="484669"/>
                  </a:lnTo>
                  <a:lnTo>
                    <a:pt x="494633" y="461791"/>
                  </a:lnTo>
                  <a:lnTo>
                    <a:pt x="540042" y="414099"/>
                  </a:lnTo>
                  <a:lnTo>
                    <a:pt x="556260" y="363410"/>
                  </a:lnTo>
                  <a:lnTo>
                    <a:pt x="550392" y="337765"/>
                  </a:lnTo>
                  <a:lnTo>
                    <a:pt x="507828" y="279709"/>
                  </a:lnTo>
                  <a:lnTo>
                    <a:pt x="474048" y="248240"/>
                  </a:lnTo>
                  <a:lnTo>
                    <a:pt x="433881" y="215771"/>
                  </a:lnTo>
                  <a:lnTo>
                    <a:pt x="388785" y="182772"/>
                  </a:lnTo>
                  <a:lnTo>
                    <a:pt x="340218" y="149713"/>
                  </a:lnTo>
                  <a:lnTo>
                    <a:pt x="289640" y="117066"/>
                  </a:lnTo>
                  <a:lnTo>
                    <a:pt x="238509" y="85300"/>
                  </a:lnTo>
                  <a:lnTo>
                    <a:pt x="188283" y="54887"/>
                  </a:lnTo>
                  <a:lnTo>
                    <a:pt x="140420" y="26297"/>
                  </a:lnTo>
                  <a:lnTo>
                    <a:pt x="963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246881" y="4524757"/>
              <a:ext cx="141605" cy="122555"/>
            </a:xfrm>
            <a:custGeom>
              <a:avLst/>
              <a:gdLst/>
              <a:ahLst/>
              <a:cxnLst/>
              <a:rect l="l" t="t" r="r" b="b"/>
              <a:pathLst>
                <a:path w="141604" h="122554">
                  <a:moveTo>
                    <a:pt x="0" y="0"/>
                  </a:moveTo>
                  <a:lnTo>
                    <a:pt x="72644" y="121996"/>
                  </a:lnTo>
                  <a:lnTo>
                    <a:pt x="141185" y="15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246621" y="3698749"/>
            <a:ext cx="568960" cy="741045"/>
            <a:chOff x="6246621" y="3698749"/>
            <a:chExt cx="568960" cy="741045"/>
          </a:xfrm>
        </p:grpSpPr>
        <p:sp>
          <p:nvSpPr>
            <p:cNvPr id="32" name="object 32"/>
            <p:cNvSpPr/>
            <p:nvPr/>
          </p:nvSpPr>
          <p:spPr>
            <a:xfrm>
              <a:off x="6252971" y="3760533"/>
              <a:ext cx="556260" cy="673100"/>
            </a:xfrm>
            <a:custGeom>
              <a:avLst/>
              <a:gdLst/>
              <a:ahLst/>
              <a:cxnLst/>
              <a:rect l="l" t="t" r="r" b="b"/>
              <a:pathLst>
                <a:path w="556259" h="673100">
                  <a:moveTo>
                    <a:pt x="0" y="672782"/>
                  </a:moveTo>
                  <a:lnTo>
                    <a:pt x="59497" y="652712"/>
                  </a:lnTo>
                  <a:lnTo>
                    <a:pt x="118387" y="632580"/>
                  </a:lnTo>
                  <a:lnTo>
                    <a:pt x="176061" y="612324"/>
                  </a:lnTo>
                  <a:lnTo>
                    <a:pt x="231910" y="591880"/>
                  </a:lnTo>
                  <a:lnTo>
                    <a:pt x="285326" y="571187"/>
                  </a:lnTo>
                  <a:lnTo>
                    <a:pt x="335702" y="550182"/>
                  </a:lnTo>
                  <a:lnTo>
                    <a:pt x="382428" y="528802"/>
                  </a:lnTo>
                  <a:lnTo>
                    <a:pt x="424898" y="506985"/>
                  </a:lnTo>
                  <a:lnTo>
                    <a:pt x="462502" y="484669"/>
                  </a:lnTo>
                  <a:lnTo>
                    <a:pt x="494633" y="461791"/>
                  </a:lnTo>
                  <a:lnTo>
                    <a:pt x="540042" y="414099"/>
                  </a:lnTo>
                  <a:lnTo>
                    <a:pt x="556260" y="363410"/>
                  </a:lnTo>
                  <a:lnTo>
                    <a:pt x="550392" y="337765"/>
                  </a:lnTo>
                  <a:lnTo>
                    <a:pt x="507828" y="279709"/>
                  </a:lnTo>
                  <a:lnTo>
                    <a:pt x="474048" y="248240"/>
                  </a:lnTo>
                  <a:lnTo>
                    <a:pt x="433881" y="215771"/>
                  </a:lnTo>
                  <a:lnTo>
                    <a:pt x="388785" y="182772"/>
                  </a:lnTo>
                  <a:lnTo>
                    <a:pt x="340218" y="149713"/>
                  </a:lnTo>
                  <a:lnTo>
                    <a:pt x="289640" y="117066"/>
                  </a:lnTo>
                  <a:lnTo>
                    <a:pt x="238509" y="85300"/>
                  </a:lnTo>
                  <a:lnTo>
                    <a:pt x="188283" y="54887"/>
                  </a:lnTo>
                  <a:lnTo>
                    <a:pt x="140420" y="26297"/>
                  </a:lnTo>
                  <a:lnTo>
                    <a:pt x="963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252976" y="3698749"/>
              <a:ext cx="141605" cy="122555"/>
            </a:xfrm>
            <a:custGeom>
              <a:avLst/>
              <a:gdLst/>
              <a:ahLst/>
              <a:cxnLst/>
              <a:rect l="l" t="t" r="r" b="b"/>
              <a:pathLst>
                <a:path w="141604" h="122554">
                  <a:moveTo>
                    <a:pt x="0" y="0"/>
                  </a:moveTo>
                  <a:lnTo>
                    <a:pt x="72644" y="121996"/>
                  </a:lnTo>
                  <a:lnTo>
                    <a:pt x="141185" y="15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254241" y="2865125"/>
            <a:ext cx="568960" cy="742950"/>
            <a:chOff x="6254241" y="2865125"/>
            <a:chExt cx="568960" cy="742950"/>
          </a:xfrm>
        </p:grpSpPr>
        <p:sp>
          <p:nvSpPr>
            <p:cNvPr id="35" name="object 35"/>
            <p:cNvSpPr/>
            <p:nvPr/>
          </p:nvSpPr>
          <p:spPr>
            <a:xfrm>
              <a:off x="6260591" y="2927032"/>
              <a:ext cx="556260" cy="674370"/>
            </a:xfrm>
            <a:custGeom>
              <a:avLst/>
              <a:gdLst/>
              <a:ahLst/>
              <a:cxnLst/>
              <a:rect l="l" t="t" r="r" b="b"/>
              <a:pathLst>
                <a:path w="556259" h="674370">
                  <a:moveTo>
                    <a:pt x="0" y="674179"/>
                  </a:moveTo>
                  <a:lnTo>
                    <a:pt x="59497" y="654068"/>
                  </a:lnTo>
                  <a:lnTo>
                    <a:pt x="118387" y="633895"/>
                  </a:lnTo>
                  <a:lnTo>
                    <a:pt x="176061" y="613596"/>
                  </a:lnTo>
                  <a:lnTo>
                    <a:pt x="231910" y="593110"/>
                  </a:lnTo>
                  <a:lnTo>
                    <a:pt x="285326" y="572373"/>
                  </a:lnTo>
                  <a:lnTo>
                    <a:pt x="335702" y="551324"/>
                  </a:lnTo>
                  <a:lnTo>
                    <a:pt x="382428" y="529899"/>
                  </a:lnTo>
                  <a:lnTo>
                    <a:pt x="424898" y="508036"/>
                  </a:lnTo>
                  <a:lnTo>
                    <a:pt x="462502" y="485673"/>
                  </a:lnTo>
                  <a:lnTo>
                    <a:pt x="494633" y="462747"/>
                  </a:lnTo>
                  <a:lnTo>
                    <a:pt x="540042" y="414955"/>
                  </a:lnTo>
                  <a:lnTo>
                    <a:pt x="556260" y="364159"/>
                  </a:lnTo>
                  <a:lnTo>
                    <a:pt x="550392" y="338463"/>
                  </a:lnTo>
                  <a:lnTo>
                    <a:pt x="507828" y="280292"/>
                  </a:lnTo>
                  <a:lnTo>
                    <a:pt x="474048" y="248759"/>
                  </a:lnTo>
                  <a:lnTo>
                    <a:pt x="433881" y="216223"/>
                  </a:lnTo>
                  <a:lnTo>
                    <a:pt x="388785" y="183156"/>
                  </a:lnTo>
                  <a:lnTo>
                    <a:pt x="340218" y="150029"/>
                  </a:lnTo>
                  <a:lnTo>
                    <a:pt x="289640" y="117314"/>
                  </a:lnTo>
                  <a:lnTo>
                    <a:pt x="238509" y="85482"/>
                  </a:lnTo>
                  <a:lnTo>
                    <a:pt x="188283" y="55004"/>
                  </a:lnTo>
                  <a:lnTo>
                    <a:pt x="140420" y="26353"/>
                  </a:lnTo>
                  <a:lnTo>
                    <a:pt x="963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6260595" y="2865125"/>
              <a:ext cx="141605" cy="122555"/>
            </a:xfrm>
            <a:custGeom>
              <a:avLst/>
              <a:gdLst/>
              <a:ahLst/>
              <a:cxnLst/>
              <a:rect l="l" t="t" r="r" b="b"/>
              <a:pathLst>
                <a:path w="141604" h="122555">
                  <a:moveTo>
                    <a:pt x="0" y="0"/>
                  </a:moveTo>
                  <a:lnTo>
                    <a:pt x="72529" y="122059"/>
                  </a:lnTo>
                  <a:lnTo>
                    <a:pt x="141173" y="15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6252717" y="2039113"/>
            <a:ext cx="568960" cy="741045"/>
            <a:chOff x="6252717" y="2039113"/>
            <a:chExt cx="568960" cy="741045"/>
          </a:xfrm>
        </p:grpSpPr>
        <p:sp>
          <p:nvSpPr>
            <p:cNvPr id="38" name="object 38"/>
            <p:cNvSpPr/>
            <p:nvPr/>
          </p:nvSpPr>
          <p:spPr>
            <a:xfrm>
              <a:off x="6259067" y="2100897"/>
              <a:ext cx="556260" cy="673100"/>
            </a:xfrm>
            <a:custGeom>
              <a:avLst/>
              <a:gdLst/>
              <a:ahLst/>
              <a:cxnLst/>
              <a:rect l="l" t="t" r="r" b="b"/>
              <a:pathLst>
                <a:path w="556259" h="673100">
                  <a:moveTo>
                    <a:pt x="0" y="672782"/>
                  </a:moveTo>
                  <a:lnTo>
                    <a:pt x="59497" y="652712"/>
                  </a:lnTo>
                  <a:lnTo>
                    <a:pt x="118387" y="632580"/>
                  </a:lnTo>
                  <a:lnTo>
                    <a:pt x="176061" y="612324"/>
                  </a:lnTo>
                  <a:lnTo>
                    <a:pt x="231910" y="591880"/>
                  </a:lnTo>
                  <a:lnTo>
                    <a:pt x="285326" y="571187"/>
                  </a:lnTo>
                  <a:lnTo>
                    <a:pt x="335702" y="550182"/>
                  </a:lnTo>
                  <a:lnTo>
                    <a:pt x="382428" y="528802"/>
                  </a:lnTo>
                  <a:lnTo>
                    <a:pt x="424898" y="506985"/>
                  </a:lnTo>
                  <a:lnTo>
                    <a:pt x="462502" y="484669"/>
                  </a:lnTo>
                  <a:lnTo>
                    <a:pt x="494633" y="461791"/>
                  </a:lnTo>
                  <a:lnTo>
                    <a:pt x="540042" y="414099"/>
                  </a:lnTo>
                  <a:lnTo>
                    <a:pt x="556260" y="363410"/>
                  </a:lnTo>
                  <a:lnTo>
                    <a:pt x="550392" y="337765"/>
                  </a:lnTo>
                  <a:lnTo>
                    <a:pt x="507828" y="279709"/>
                  </a:lnTo>
                  <a:lnTo>
                    <a:pt x="474048" y="248240"/>
                  </a:lnTo>
                  <a:lnTo>
                    <a:pt x="433881" y="215771"/>
                  </a:lnTo>
                  <a:lnTo>
                    <a:pt x="388785" y="182772"/>
                  </a:lnTo>
                  <a:lnTo>
                    <a:pt x="340218" y="149713"/>
                  </a:lnTo>
                  <a:lnTo>
                    <a:pt x="289640" y="117066"/>
                  </a:lnTo>
                  <a:lnTo>
                    <a:pt x="238509" y="85300"/>
                  </a:lnTo>
                  <a:lnTo>
                    <a:pt x="188283" y="54887"/>
                  </a:lnTo>
                  <a:lnTo>
                    <a:pt x="140420" y="26297"/>
                  </a:lnTo>
                  <a:lnTo>
                    <a:pt x="963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259073" y="2039113"/>
              <a:ext cx="141605" cy="122555"/>
            </a:xfrm>
            <a:custGeom>
              <a:avLst/>
              <a:gdLst/>
              <a:ahLst/>
              <a:cxnLst/>
              <a:rect l="l" t="t" r="r" b="b"/>
              <a:pathLst>
                <a:path w="141604" h="122555">
                  <a:moveTo>
                    <a:pt x="0" y="0"/>
                  </a:moveTo>
                  <a:lnTo>
                    <a:pt x="72644" y="121996"/>
                  </a:lnTo>
                  <a:lnTo>
                    <a:pt x="141185" y="15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258814" y="1239013"/>
            <a:ext cx="568960" cy="741045"/>
            <a:chOff x="6258814" y="1239013"/>
            <a:chExt cx="568960" cy="741045"/>
          </a:xfrm>
        </p:grpSpPr>
        <p:sp>
          <p:nvSpPr>
            <p:cNvPr id="41" name="object 41"/>
            <p:cNvSpPr/>
            <p:nvPr/>
          </p:nvSpPr>
          <p:spPr>
            <a:xfrm>
              <a:off x="6265164" y="1300797"/>
              <a:ext cx="556260" cy="673100"/>
            </a:xfrm>
            <a:custGeom>
              <a:avLst/>
              <a:gdLst/>
              <a:ahLst/>
              <a:cxnLst/>
              <a:rect l="l" t="t" r="r" b="b"/>
              <a:pathLst>
                <a:path w="556259" h="673100">
                  <a:moveTo>
                    <a:pt x="0" y="672782"/>
                  </a:moveTo>
                  <a:lnTo>
                    <a:pt x="59497" y="652712"/>
                  </a:lnTo>
                  <a:lnTo>
                    <a:pt x="118387" y="632580"/>
                  </a:lnTo>
                  <a:lnTo>
                    <a:pt x="176061" y="612324"/>
                  </a:lnTo>
                  <a:lnTo>
                    <a:pt x="231910" y="591880"/>
                  </a:lnTo>
                  <a:lnTo>
                    <a:pt x="285326" y="571187"/>
                  </a:lnTo>
                  <a:lnTo>
                    <a:pt x="335702" y="550182"/>
                  </a:lnTo>
                  <a:lnTo>
                    <a:pt x="382428" y="528802"/>
                  </a:lnTo>
                  <a:lnTo>
                    <a:pt x="424898" y="506985"/>
                  </a:lnTo>
                  <a:lnTo>
                    <a:pt x="462502" y="484669"/>
                  </a:lnTo>
                  <a:lnTo>
                    <a:pt x="494633" y="461791"/>
                  </a:lnTo>
                  <a:lnTo>
                    <a:pt x="540042" y="414099"/>
                  </a:lnTo>
                  <a:lnTo>
                    <a:pt x="556260" y="363410"/>
                  </a:lnTo>
                  <a:lnTo>
                    <a:pt x="550392" y="337765"/>
                  </a:lnTo>
                  <a:lnTo>
                    <a:pt x="507828" y="279709"/>
                  </a:lnTo>
                  <a:lnTo>
                    <a:pt x="474048" y="248240"/>
                  </a:lnTo>
                  <a:lnTo>
                    <a:pt x="433881" y="215771"/>
                  </a:lnTo>
                  <a:lnTo>
                    <a:pt x="388785" y="182772"/>
                  </a:lnTo>
                  <a:lnTo>
                    <a:pt x="340218" y="149713"/>
                  </a:lnTo>
                  <a:lnTo>
                    <a:pt x="289640" y="117066"/>
                  </a:lnTo>
                  <a:lnTo>
                    <a:pt x="238509" y="85300"/>
                  </a:lnTo>
                  <a:lnTo>
                    <a:pt x="188283" y="54887"/>
                  </a:lnTo>
                  <a:lnTo>
                    <a:pt x="140420" y="26297"/>
                  </a:lnTo>
                  <a:lnTo>
                    <a:pt x="9638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265169" y="1239013"/>
              <a:ext cx="141605" cy="122555"/>
            </a:xfrm>
            <a:custGeom>
              <a:avLst/>
              <a:gdLst/>
              <a:ahLst/>
              <a:cxnLst/>
              <a:rect l="l" t="t" r="r" b="b"/>
              <a:pathLst>
                <a:path w="141604" h="122555">
                  <a:moveTo>
                    <a:pt x="0" y="0"/>
                  </a:moveTo>
                  <a:lnTo>
                    <a:pt x="72644" y="121996"/>
                  </a:lnTo>
                  <a:lnTo>
                    <a:pt x="141185" y="15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061085" algn="l" rtl="0">
              <a:lnSpc>
                <a:spcPct val="90000"/>
              </a:lnSpc>
              <a:spcBef>
                <a:spcPct val="0"/>
              </a:spcBef>
            </a:pPr>
            <a:r>
              <a:rPr lang="en-US" sz="42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Waterfall</a:t>
            </a:r>
            <a:r>
              <a:rPr lang="en-US" sz="4200" kern="1200" spc="-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2.1.Waterfall-model.eps">
            <a:extLst>
              <a:ext uri="{FF2B5EF4-FFF2-40B4-BE49-F238E27FC236}">
                <a16:creationId xmlns:a16="http://schemas.microsoft.com/office/drawing/2014/main" id="{F07940EA-F26C-5A6A-D0DA-4692EF5E3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02" y="2330198"/>
            <a:ext cx="7183698" cy="40394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42F14-F37C-0347-4A47-1486DE39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565E0DCC-E17A-4DF7-34E1-B676448FD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509F54EF-A3C6-A321-C430-1316D2BA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9B8E76-9AB3-CC38-15C4-3ED74D960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8D0ED0-8109-C8B8-7F2E-1EBE0305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72509B-46CC-1726-3C0A-96C773D48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9474047-3CA2-9622-EEE0-8488F200E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ECB4751-8715-0E01-DD1A-9F11E0E76C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751" y="298370"/>
            <a:ext cx="8180614" cy="673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1061085" algn="l" rtl="0">
              <a:lnSpc>
                <a:spcPct val="90000"/>
              </a:lnSpc>
              <a:spcBef>
                <a:spcPct val="0"/>
              </a:spcBef>
            </a:pP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Advantages and disadvantages of</a:t>
            </a:r>
            <a:r>
              <a:rPr lang="en-US" kern="1200" spc="-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</a:t>
            </a:r>
            <a:r>
              <a:rPr lang="en-US" kern="1200" spc="-114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Waterfall</a:t>
            </a:r>
            <a:r>
              <a:rPr lang="en-US" kern="1200" spc="-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CCFAB97-8AAB-9507-23E7-C1D38F2947A1}"/>
              </a:ext>
            </a:extLst>
          </p:cNvPr>
          <p:cNvSpPr txBox="1"/>
          <p:nvPr/>
        </p:nvSpPr>
        <p:spPr>
          <a:xfrm>
            <a:off x="347765" y="971830"/>
            <a:ext cx="8796234" cy="5170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149860" indent="-228600" algn="l" rtl="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100" b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Advantages:</a:t>
            </a:r>
          </a:p>
          <a:p>
            <a:pPr marL="355600" marR="149860" indent="-228600" algn="l" rtl="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simple,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straight</a:t>
            </a:r>
            <a:r>
              <a:rPr lang="en-US" sz="21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sequence</a:t>
            </a:r>
            <a:r>
              <a:rPr lang="en-US" sz="21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phases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waterfall</a:t>
            </a: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simplifies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1767205" indent="-228600" algn="l" rtl="0">
              <a:lnSpc>
                <a:spcPct val="90000"/>
              </a:lnSpc>
              <a:spcBef>
                <a:spcPts val="76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supports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function-oriented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 organization: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1216660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carried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1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pipeline</a:t>
            </a:r>
            <a:r>
              <a:rPr lang="en-US" sz="2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functional</a:t>
            </a:r>
            <a:r>
              <a:rPr lang="en-US" sz="21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5080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functional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specialized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</a:t>
            </a:r>
            <a:r>
              <a:rPr lang="en-US" sz="2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</a:t>
            </a:r>
            <a:r>
              <a:rPr lang="en-US" sz="2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analysis,</a:t>
            </a:r>
            <a:r>
              <a:rPr lang="en-US" sz="21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design, implementation,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integration</a:t>
            </a:r>
            <a:r>
              <a:rPr lang="en-US" sz="21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testing,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forth.</a:t>
            </a:r>
          </a:p>
          <a:p>
            <a:pPr marL="355600" indent="-228600" algn="l" rtl="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b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Disadvantages</a:t>
            </a:r>
          </a:p>
          <a:p>
            <a:pPr marL="355600" indent="-228600" algn="l" rtl="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4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inflexible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795020" indent="-228600" algn="l" rtl="0">
              <a:lnSpc>
                <a:spcPct val="90000"/>
              </a:lnSpc>
              <a:spcBef>
                <a:spcPts val="81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duration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might cause delay in</a:t>
            </a:r>
            <a:r>
              <a:rPr lang="en-US" sz="24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419100" indent="-228600" algn="l" rtl="0">
              <a:lnSpc>
                <a:spcPct val="9000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wait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until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entire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4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implemented</a:t>
            </a:r>
            <a:r>
              <a:rPr lang="en-US" sz="24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deployed</a:t>
            </a:r>
            <a:r>
              <a:rPr lang="en-US" sz="24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reap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benefits.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5080" indent="-228600" algn="l" rtl="0">
              <a:lnSpc>
                <a:spcPct val="9000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</a:t>
            </a:r>
            <a:r>
              <a:rPr lang="en-US" sz="24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lose the entire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investment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project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fails.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5080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C6EDD9-FC7D-5305-2445-2AAAAEAF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708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268721"/>
            <a:ext cx="4701577" cy="1536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48410" algn="l" rtl="0">
              <a:lnSpc>
                <a:spcPct val="90000"/>
              </a:lnSpc>
              <a:spcBef>
                <a:spcPct val="0"/>
              </a:spcBef>
            </a:pPr>
            <a:r>
              <a:rPr lang="en-US" sz="4200" kern="1200" dirty="0">
                <a:latin typeface="+mj-lt"/>
                <a:cs typeface="+mj-cs"/>
              </a:rPr>
              <a:t>Prototyping</a:t>
            </a:r>
            <a:r>
              <a:rPr lang="en-US" sz="4200" kern="1200" spc="-130" dirty="0">
                <a:latin typeface="+mj-lt"/>
                <a:cs typeface="+mj-cs"/>
              </a:rPr>
              <a:t> </a:t>
            </a:r>
            <a:r>
              <a:rPr lang="en-US" sz="4200" kern="1200" dirty="0">
                <a:latin typeface="+mj-lt"/>
                <a:cs typeface="+mj-cs"/>
              </a:rPr>
              <a:t>Process</a:t>
            </a:r>
            <a:r>
              <a:rPr lang="en-US" sz="4200" kern="1200" spc="-95" dirty="0">
                <a:latin typeface="+mj-lt"/>
                <a:cs typeface="+mj-cs"/>
              </a:rPr>
              <a:t> </a:t>
            </a:r>
            <a:r>
              <a:rPr lang="en-US" sz="4200" kern="1200" spc="-10" dirty="0">
                <a:latin typeface="+mj-lt"/>
                <a:cs typeface="+mj-cs"/>
              </a:rPr>
              <a:t>Model</a:t>
            </a:r>
          </a:p>
        </p:txBody>
      </p:sp>
      <p:sp>
        <p:nvSpPr>
          <p:cNvPr id="12" name="!!accent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0758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879" y="2935541"/>
            <a:ext cx="46634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" y="2137325"/>
            <a:ext cx="5257799" cy="4568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54965" marR="1534160" indent="-228600" algn="l" rtl="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Prototypes</a:t>
            </a:r>
            <a:r>
              <a:rPr lang="en-US" sz="20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system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constructed</a:t>
            </a:r>
            <a:r>
              <a:rPr lang="en-US" sz="20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to: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en-US" sz="20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0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validate</a:t>
            </a:r>
            <a:r>
              <a:rPr lang="en-US" sz="20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741680" lvl="1" indent="-228600" algn="l" rtl="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assess</a:t>
            </a:r>
            <a:r>
              <a:rPr lang="en-US" sz="20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feasibility</a:t>
            </a:r>
            <a:r>
              <a:rPr lang="en-US" sz="20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r>
              <a:rPr lang="en-US" sz="20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and/or</a:t>
            </a:r>
            <a:r>
              <a:rPr lang="en-US" sz="20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feasibility</a:t>
            </a:r>
            <a:r>
              <a:rPr lang="en-US" sz="20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</a:t>
            </a:r>
            <a:r>
              <a:rPr lang="en-US" sz="20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0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constraints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5080" indent="-228600" algn="l" rtl="0">
              <a:lnSpc>
                <a:spcPct val="90000"/>
              </a:lnSpc>
              <a:spcBef>
                <a:spcPts val="76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prototypes</a:t>
            </a:r>
            <a:r>
              <a:rPr lang="en-US" sz="20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well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sophisticated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prototypes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used,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depending</a:t>
            </a:r>
            <a:r>
              <a:rPr lang="en-US" sz="20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needs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1020444" indent="-228600" algn="l" rtl="0">
              <a:lnSpc>
                <a:spcPct val="90000"/>
              </a:lnSpc>
              <a:spcBef>
                <a:spcPts val="76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Prototypes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classified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                                  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throwaway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prototypes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evolutionary</a:t>
            </a:r>
            <a:r>
              <a:rPr lang="en-US" sz="20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prototypes.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5" descr="Graph on document with pen">
            <a:extLst>
              <a:ext uri="{FF2B5EF4-FFF2-40B4-BE49-F238E27FC236}">
                <a16:creationId xmlns:a16="http://schemas.microsoft.com/office/drawing/2014/main" id="{E3FA5D14-3A09-252C-6D48-63BF8DF166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07" r="26685" b="-1"/>
          <a:stretch/>
        </p:blipFill>
        <p:spPr>
          <a:xfrm>
            <a:off x="5763004" y="10"/>
            <a:ext cx="3380995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799" y="685800"/>
            <a:ext cx="4870281" cy="149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864235" algn="l" rtl="0">
              <a:lnSpc>
                <a:spcPct val="90000"/>
              </a:lnSpc>
              <a:spcBef>
                <a:spcPct val="0"/>
              </a:spcBef>
            </a:pPr>
            <a:r>
              <a:rPr lang="en-US" sz="3500" kern="1200" dirty="0">
                <a:latin typeface="+mj-lt"/>
                <a:cs typeface="+mj-cs"/>
              </a:rPr>
              <a:t>Evolutionary</a:t>
            </a:r>
            <a:r>
              <a:rPr lang="en-US" sz="3500" kern="1200" spc="-145" dirty="0">
                <a:latin typeface="+mj-lt"/>
                <a:cs typeface="+mj-cs"/>
              </a:rPr>
              <a:t> </a:t>
            </a:r>
            <a:r>
              <a:rPr lang="en-US" sz="3500" kern="1200" dirty="0">
                <a:latin typeface="+mj-lt"/>
                <a:cs typeface="+mj-cs"/>
              </a:rPr>
              <a:t>Prototyping</a:t>
            </a:r>
            <a:r>
              <a:rPr lang="en-US" sz="3500" kern="1200" spc="-145" dirty="0">
                <a:latin typeface="+mj-lt"/>
                <a:cs typeface="+mj-cs"/>
              </a:rPr>
              <a:t> </a:t>
            </a:r>
            <a:r>
              <a:rPr lang="en-US" sz="3500" kern="1200" spc="-10" dirty="0">
                <a:latin typeface="+mj-lt"/>
                <a:cs typeface="+mj-cs"/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999" y="1981200"/>
            <a:ext cx="4501582" cy="37290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55600" indent="-228600" algn="l" rtl="0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Throwaway</a:t>
            </a:r>
            <a:r>
              <a:rPr lang="en-US" sz="20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prototypes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waste time and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effort.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433705" indent="-228600" algn="l" rtl="0">
              <a:lnSpc>
                <a:spcPct val="90000"/>
              </a:lnSpc>
              <a:spcBef>
                <a:spcPts val="81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Evolutionary</a:t>
            </a:r>
            <a:r>
              <a:rPr lang="en-US" sz="20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prototyping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lets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prototype</a:t>
            </a:r>
            <a:r>
              <a:rPr lang="en-US" sz="20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evolve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production</a:t>
            </a:r>
            <a:r>
              <a:rPr lang="en-US" sz="20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5080" indent="-228600" algn="l" rtl="0">
              <a:lnSpc>
                <a:spcPct val="9000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Suitable for development</a:t>
            </a:r>
            <a:r>
              <a:rPr lang="en-US" sz="20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exploratory</a:t>
            </a:r>
            <a:r>
              <a:rPr lang="en-US" sz="20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000" kern="1200" spc="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intelligent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systems,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research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software,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interactive systems (e.g.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 control)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889635" indent="-228600" algn="l" rtl="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suitable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projects</a:t>
            </a:r>
            <a:r>
              <a:rPr lang="en-US" sz="20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</a:t>
            </a:r>
            <a:r>
              <a:rPr lang="en-US" sz="20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predictable</a:t>
            </a:r>
            <a:r>
              <a:rPr lang="en-US" sz="20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schedule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0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progress.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Graph on document with pen">
            <a:extLst>
              <a:ext uri="{FF2B5EF4-FFF2-40B4-BE49-F238E27FC236}">
                <a16:creationId xmlns:a16="http://schemas.microsoft.com/office/drawing/2014/main" id="{6F48D1A8-9EAC-036D-5FDA-32F698F33A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38" r="24916" b="-1"/>
          <a:stretch/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664335">
              <a:lnSpc>
                <a:spcPct val="100000"/>
              </a:lnSpc>
              <a:spcBef>
                <a:spcPts val="95"/>
              </a:spcBef>
            </a:pPr>
            <a:r>
              <a:rPr dirty="0"/>
              <a:t>Spiral</a:t>
            </a:r>
            <a:r>
              <a:rPr spc="-80" dirty="0"/>
              <a:t> </a:t>
            </a:r>
            <a:r>
              <a:rPr dirty="0"/>
              <a:t>Process</a:t>
            </a:r>
            <a:r>
              <a:rPr spc="-90" dirty="0"/>
              <a:t> </a:t>
            </a:r>
            <a:r>
              <a:rPr spc="-20" dirty="0"/>
              <a:t>Model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954C0A-1C5E-1A6C-315D-ECDF2BB2D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83" y="989204"/>
            <a:ext cx="7145317" cy="539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benefits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77340"/>
            <a:ext cx="8229600" cy="4431983"/>
          </a:xfrm>
        </p:spPr>
        <p:txBody>
          <a:bodyPr/>
          <a:lstStyle/>
          <a:p>
            <a:r>
              <a:rPr lang="en-GB" sz="2400" dirty="0"/>
              <a:t>The cost of accommodating changing customer requirements is reduced. </a:t>
            </a:r>
          </a:p>
          <a:p>
            <a:pPr lvl="1"/>
            <a:r>
              <a:rPr lang="en-GB" sz="2400" dirty="0"/>
              <a:t>The amount of analysis and documentation that has to be redone is much less than is required with the waterfall model.</a:t>
            </a:r>
          </a:p>
          <a:p>
            <a:r>
              <a:rPr lang="en-GB" sz="2400" dirty="0"/>
              <a:t>It is easier to get customer feedback on the development work that has been done. </a:t>
            </a:r>
          </a:p>
          <a:p>
            <a:pPr lvl="1"/>
            <a:r>
              <a:rPr lang="en-GB" sz="2400" dirty="0"/>
              <a:t>Customers can comment on demonstrations of the software and see how much has been implemented. </a:t>
            </a:r>
          </a:p>
          <a:p>
            <a:r>
              <a:rPr lang="en-GB" sz="2400" dirty="0"/>
              <a:t>More rapid delivery and deployment of useful software to the customer is possible. </a:t>
            </a:r>
          </a:p>
          <a:p>
            <a:pPr lvl="1"/>
            <a:r>
              <a:rPr lang="en-GB" sz="2400" dirty="0"/>
              <a:t>Customers are able to use and gain value from the software earlier than is possible with a waterfall process.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600" dirty="0"/>
              <a:t>The process is not visible. </a:t>
            </a:r>
          </a:p>
          <a:p>
            <a:pPr lvl="1"/>
            <a:r>
              <a:rPr lang="en-GB" sz="2600" dirty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sz="2600" dirty="0"/>
              <a:t>System structure tends to degrade as new increments are added</a:t>
            </a:r>
            <a:r>
              <a:rPr lang="en-GB" sz="2600" i="1" dirty="0"/>
              <a:t>. </a:t>
            </a:r>
            <a:r>
              <a:rPr lang="en-GB" sz="2600" dirty="0"/>
              <a:t> </a:t>
            </a:r>
          </a:p>
          <a:p>
            <a:pPr lvl="1"/>
            <a:r>
              <a:rPr lang="en-GB" sz="2600" dirty="0"/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78994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kern="1200">
                <a:latin typeface="+mj-lt"/>
                <a:cs typeface="+mj-cs"/>
              </a:rPr>
              <a:t>Personal</a:t>
            </a:r>
            <a:r>
              <a:rPr lang="en-US" sz="3500" kern="1200" spc="-110">
                <a:latin typeface="+mj-lt"/>
                <a:cs typeface="+mj-cs"/>
              </a:rPr>
              <a:t> </a:t>
            </a:r>
            <a:r>
              <a:rPr lang="en-US" sz="3500" kern="1200">
                <a:latin typeface="+mj-lt"/>
                <a:cs typeface="+mj-cs"/>
              </a:rPr>
              <a:t>Software</a:t>
            </a:r>
            <a:r>
              <a:rPr lang="en-US" sz="3500" kern="1200" spc="-85">
                <a:latin typeface="+mj-lt"/>
                <a:cs typeface="+mj-cs"/>
              </a:rPr>
              <a:t> </a:t>
            </a:r>
            <a:r>
              <a:rPr lang="en-US" sz="3500" kern="1200">
                <a:latin typeface="+mj-lt"/>
                <a:cs typeface="+mj-cs"/>
              </a:rPr>
              <a:t>Process</a:t>
            </a:r>
            <a:r>
              <a:rPr lang="en-US" sz="3500" kern="1200" spc="-105">
                <a:latin typeface="+mj-lt"/>
                <a:cs typeface="+mj-cs"/>
              </a:rPr>
              <a:t> </a:t>
            </a:r>
            <a:r>
              <a:rPr lang="en-US" sz="3500" kern="1200" spc="-10">
                <a:latin typeface="+mj-lt"/>
                <a:cs typeface="+mj-cs"/>
              </a:rPr>
              <a:t>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1936B-D910-D45C-34C5-D739ED6921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79" r="30375" b="-1"/>
          <a:stretch/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B145B4A7-F66E-7663-99F2-5E00C0C1C2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7432387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386930"/>
            <a:ext cx="78486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789940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Personal</a:t>
            </a:r>
            <a:r>
              <a:rPr lang="en-US" sz="4000" kern="1200" spc="-1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Software</a:t>
            </a:r>
            <a:r>
              <a:rPr lang="en-US" sz="4000" kern="1200" spc="-8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Process</a:t>
            </a:r>
            <a:r>
              <a:rPr lang="en-US" sz="4000" kern="1200" spc="-10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52400" y="2203079"/>
            <a:ext cx="9033753" cy="38319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54965" marR="1557020" indent="-228600" algn="l" rtl="0">
              <a:lnSpc>
                <a:spcPct val="90000"/>
              </a:lnSpc>
              <a:spcBef>
                <a:spcPts val="53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PSP</a:t>
            </a:r>
            <a:r>
              <a:rPr lang="en-US" sz="22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framework</a:t>
            </a:r>
            <a:r>
              <a:rPr lang="en-US" sz="22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consists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2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series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predefined Proce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sses: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548005" lvl="1" indent="-228600" algn="l" rtl="0">
              <a:lnSpc>
                <a:spcPct val="90000"/>
              </a:lnSpc>
              <a:spcBef>
                <a:spcPts val="66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PSP0</a:t>
            </a:r>
            <a:r>
              <a:rPr lang="en-US" sz="22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22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PSP0.1.</a:t>
            </a:r>
            <a:r>
              <a:rPr lang="en-US" sz="22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sz="22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introduce</a:t>
            </a:r>
            <a:r>
              <a:rPr lang="en-US" sz="22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discipline</a:t>
            </a:r>
            <a:r>
              <a:rPr lang="en-US" sz="22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measurement</a:t>
            </a:r>
            <a:r>
              <a:rPr lang="en-US" sz="22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including</a:t>
            </a:r>
            <a:r>
              <a:rPr lang="en-US" sz="22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baseline,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22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recording,</a:t>
            </a:r>
            <a:r>
              <a:rPr lang="en-US" sz="22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defect</a:t>
            </a:r>
            <a:r>
              <a:rPr lang="en-US" sz="22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recording,</a:t>
            </a:r>
            <a:r>
              <a:rPr lang="en-US" sz="22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defect</a:t>
            </a:r>
            <a:r>
              <a:rPr lang="en-US" sz="22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type,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coding</a:t>
            </a:r>
            <a:r>
              <a:rPr lang="en-US" sz="22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standards,</a:t>
            </a:r>
            <a:r>
              <a:rPr lang="en-US" sz="22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22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improvement.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267970" lvl="1" indent="-228600" algn="l" rtl="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PSP1</a:t>
            </a:r>
            <a:r>
              <a:rPr lang="en-US" sz="22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22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PSP1.1.</a:t>
            </a:r>
            <a:r>
              <a:rPr lang="en-US" sz="22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sz="22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introduce</a:t>
            </a:r>
            <a:r>
              <a:rPr lang="en-US" sz="22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en-US" sz="22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estimation,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planning</a:t>
            </a:r>
            <a:r>
              <a:rPr lang="en-US" sz="22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scheduling.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5080" lvl="1" indent="-228600" algn="l" rtl="0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PSP2</a:t>
            </a:r>
            <a:r>
              <a:rPr lang="en-US" sz="22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22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PSP2.1.</a:t>
            </a:r>
            <a:r>
              <a:rPr lang="en-US" sz="22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sz="22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introduce</a:t>
            </a:r>
            <a:r>
              <a:rPr lang="en-US" sz="22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quality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</a:t>
            </a:r>
            <a:r>
              <a:rPr lang="en-US" sz="22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</a:t>
            </a:r>
            <a:r>
              <a:rPr lang="en-US" sz="22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including</a:t>
            </a:r>
            <a:r>
              <a:rPr lang="en-US" sz="22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</a:t>
            </a:r>
            <a:r>
              <a:rPr lang="en-US" sz="22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</a:t>
            </a:r>
            <a:r>
              <a:rPr lang="en-US" sz="22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</a:t>
            </a:r>
            <a:r>
              <a:rPr lang="en-US" sz="22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review.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28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PSP3.0.</a:t>
            </a:r>
            <a:r>
              <a:rPr lang="en-US" sz="22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sz="22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guides</a:t>
            </a:r>
            <a:r>
              <a:rPr lang="en-US" sz="22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</a:t>
            </a:r>
            <a:r>
              <a:rPr lang="en-US" sz="22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22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development.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C2458-FD27-E2B0-CFC9-3E23AB1D3B6D}"/>
              </a:ext>
            </a:extLst>
          </p:cNvPr>
          <p:cNvSpPr txBox="1"/>
          <p:nvPr/>
        </p:nvSpPr>
        <p:spPr>
          <a:xfrm>
            <a:off x="606478" y="386930"/>
            <a:ext cx="7931043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921510"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Process</a:t>
            </a:r>
            <a:r>
              <a:rPr lang="en-US" sz="4000" kern="1200" spc="-1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4000" kern="1200" spc="-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9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55600" indent="-228600" algn="l" rtl="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Methodology</a:t>
            </a:r>
            <a:r>
              <a:rPr lang="en-US" sz="24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4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often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confused</a:t>
            </a:r>
            <a:r>
              <a:rPr lang="en-US" sz="24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process.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119380" indent="-228600" algn="l" rtl="0">
              <a:lnSpc>
                <a:spcPct val="90000"/>
              </a:lnSpc>
              <a:spcBef>
                <a:spcPts val="81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400" kern="1200" spc="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inter-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related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activities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carried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construct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something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(usually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system).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32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activities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carried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phases.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5080" indent="-228600" algn="l" rtl="0">
              <a:lnSpc>
                <a:spcPct val="90000"/>
              </a:lnSpc>
              <a:spcBef>
                <a:spcPts val="81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phase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produces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input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next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phase.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548005" indent="-228600" algn="l" rtl="0">
              <a:lnSpc>
                <a:spcPct val="9000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completion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4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phase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establishes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milestone.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730885" indent="-228600" algn="l" rtl="0">
              <a:lnSpc>
                <a:spcPct val="9000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methodology</a:t>
            </a:r>
            <a:r>
              <a:rPr lang="en-US" sz="24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implements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phase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that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08661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</a:t>
            </a:r>
            <a:endParaRPr lang="en-US" sz="4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6078" y="2599509"/>
            <a:ext cx="8590909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54965" marR="5080" indent="-228600" algn="l" rtl="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methodology</a:t>
            </a:r>
            <a:r>
              <a:rPr lang="en-US" sz="24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cook-book</a:t>
            </a:r>
            <a:r>
              <a:rPr lang="en-US" sz="24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performing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task.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describes: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steps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4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accomplish</a:t>
            </a:r>
            <a:r>
              <a:rPr lang="en-US" sz="24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series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4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subtasks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4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representations</a:t>
            </a:r>
            <a:r>
              <a:rPr lang="en-US" sz="24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4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en-US" sz="24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4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entrance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4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conditions</a:t>
            </a:r>
            <a:r>
              <a:rPr lang="en-US" sz="24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4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4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procedures</a:t>
            </a:r>
            <a:r>
              <a:rPr lang="en-US" sz="24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4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carrying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4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methods</a:t>
            </a:r>
            <a:r>
              <a:rPr lang="en-US" sz="24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4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techniques</a:t>
            </a:r>
            <a:r>
              <a:rPr lang="en-US" sz="24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</a:t>
            </a:r>
            <a:r>
              <a:rPr lang="en-US" sz="24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24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4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976630" lvl="1" indent="-228600" algn="l" rtl="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relationships,</a:t>
            </a:r>
            <a:r>
              <a:rPr lang="en-US" sz="24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24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</a:t>
            </a:r>
            <a:r>
              <a:rPr lang="en-US" sz="24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flow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4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flow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</a:t>
            </a:r>
            <a:r>
              <a:rPr lang="en-US" sz="24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4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steps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336675">
              <a:lnSpc>
                <a:spcPct val="100000"/>
              </a:lnSpc>
              <a:spcBef>
                <a:spcPts val="95"/>
              </a:spcBef>
            </a:pPr>
            <a:r>
              <a:rPr dirty="0"/>
              <a:t>Process</a:t>
            </a:r>
            <a:r>
              <a:rPr spc="-6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685" y="877958"/>
            <a:ext cx="3619500" cy="3908121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b="1" spc="-10" dirty="0">
                <a:latin typeface="Times New Roman"/>
                <a:cs typeface="Times New Roman"/>
              </a:rPr>
              <a:t>Process</a:t>
            </a:r>
            <a:endParaRPr sz="2000" dirty="0">
              <a:latin typeface="Times New Roman"/>
              <a:cs typeface="Times New Roman"/>
            </a:endParaRPr>
          </a:p>
          <a:p>
            <a:pPr marL="355600" marR="67945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Defines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framework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phased activities</a:t>
            </a:r>
            <a:endParaRPr sz="20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Specifies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phases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WHAT</a:t>
            </a:r>
            <a:endParaRPr sz="20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4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dictate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representations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artifacts</a:t>
            </a:r>
            <a:endParaRPr sz="20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paradigm-independent</a:t>
            </a:r>
            <a:endParaRPr sz="2000" dirty="0">
              <a:latin typeface="Times New Roman"/>
              <a:cs typeface="Times New Roman"/>
            </a:endParaRPr>
          </a:p>
          <a:p>
            <a:pPr marL="354965" marR="54102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latin typeface="Times New Roman"/>
                <a:cs typeface="Times New Roman"/>
              </a:rPr>
              <a:t>Examples</a:t>
            </a:r>
            <a:endParaRPr sz="2000" dirty="0">
              <a:latin typeface="Times New Roman"/>
              <a:cs typeface="Times New Roman"/>
            </a:endParaRPr>
          </a:p>
          <a:p>
            <a:pPr marL="354965" marR="448945" indent="-342900">
              <a:lnSpc>
                <a:spcPct val="100000"/>
              </a:lnSpc>
              <a:spcBef>
                <a:spcPts val="480"/>
              </a:spcBef>
            </a:pPr>
            <a:r>
              <a:rPr sz="2000" spc="-20" dirty="0">
                <a:latin typeface="Times New Roman"/>
                <a:cs typeface="Times New Roman"/>
              </a:rPr>
              <a:t>Waterfall,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spiral,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prototyping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6668" y="878434"/>
            <a:ext cx="3703320" cy="5877891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b="1" spc="-10" dirty="0">
                <a:latin typeface="Times New Roman"/>
                <a:cs typeface="Times New Roman"/>
              </a:rPr>
              <a:t>Methodology</a:t>
            </a:r>
            <a:endParaRPr sz="20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Defines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steps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phases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</a:t>
            </a:r>
            <a:endParaRPr sz="20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Describes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steps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HOW</a:t>
            </a:r>
            <a:endParaRPr sz="2000" dirty="0">
              <a:latin typeface="Times New Roman"/>
              <a:cs typeface="Times New Roman"/>
            </a:endParaRPr>
          </a:p>
          <a:p>
            <a:pPr marL="355600" marR="67691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Defines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representations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artifacts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UML)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paradigm-dependent</a:t>
            </a:r>
            <a:endParaRPr sz="2000" dirty="0">
              <a:latin typeface="Times New Roman"/>
              <a:cs typeface="Times New Roman"/>
            </a:endParaRPr>
          </a:p>
          <a:p>
            <a:pPr marL="355600" marR="63754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Times New Roman"/>
                <a:cs typeface="Times New Roman"/>
              </a:rPr>
              <a:t>Steps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describe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procedures, </a:t>
            </a:r>
            <a:r>
              <a:rPr sz="2000" dirty="0">
                <a:latin typeface="Times New Roman"/>
                <a:cs typeface="Times New Roman"/>
              </a:rPr>
              <a:t>techniques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10" dirty="0">
                <a:latin typeface="Times New Roman"/>
                <a:cs typeface="Times New Roman"/>
              </a:rPr>
              <a:t> guidelines</a:t>
            </a:r>
            <a:endParaRPr lang="en-US" sz="2000" spc="-10" dirty="0">
              <a:latin typeface="Times New Roman"/>
              <a:cs typeface="Times New Roman"/>
            </a:endParaRPr>
          </a:p>
          <a:p>
            <a:pPr marL="355600" marR="63754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1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phase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can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be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realized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by </a:t>
            </a:r>
            <a:r>
              <a:rPr lang="en-US" sz="2000" dirty="0">
                <a:latin typeface="Times New Roman"/>
                <a:cs typeface="Times New Roman"/>
              </a:rPr>
              <a:t>different</a:t>
            </a:r>
            <a:r>
              <a:rPr lang="en-US" sz="2000" spc="-10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methodologies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latin typeface="Times New Roman"/>
                <a:cs typeface="Times New Roman"/>
              </a:rPr>
              <a:t>Examples</a:t>
            </a:r>
            <a:endParaRPr sz="2000" dirty="0">
              <a:latin typeface="Times New Roman"/>
              <a:cs typeface="Times New Roman"/>
            </a:endParaRPr>
          </a:p>
          <a:p>
            <a:pPr marL="139065" marR="19685" indent="-127000">
              <a:lnSpc>
                <a:spcPct val="120000"/>
              </a:lnSpc>
            </a:pPr>
            <a:r>
              <a:rPr sz="2000" dirty="0">
                <a:latin typeface="Times New Roman"/>
                <a:cs typeface="Times New Roman"/>
              </a:rPr>
              <a:t>Structured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analysis/structured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(SA/SD),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Modeling</a:t>
            </a:r>
            <a:endParaRPr sz="2000" dirty="0">
              <a:latin typeface="Times New Roman"/>
              <a:cs typeface="Times New Roman"/>
            </a:endParaRPr>
          </a:p>
          <a:p>
            <a:pPr marL="355600" marR="252729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Technique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(OMT),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Scrum, </a:t>
            </a:r>
            <a:r>
              <a:rPr sz="2000" dirty="0">
                <a:latin typeface="Times New Roman"/>
                <a:cs typeface="Times New Roman"/>
              </a:rPr>
              <a:t>DSDM,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FDD,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XP,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Crystal Orange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618615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Software</a:t>
            </a:r>
            <a:r>
              <a:rPr lang="en-US" sz="4700" kern="1200" spc="-3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Paradigm</a:t>
            </a:r>
            <a:endParaRPr lang="en-US" sz="4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5080" indent="-228600" algn="l" rtl="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paradigm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400" kern="1200" spc="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 of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constitutes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way</a:t>
            </a:r>
            <a:r>
              <a:rPr lang="en-US" sz="24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viewing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4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reality.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Examples: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8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procedural</a:t>
            </a:r>
            <a:r>
              <a:rPr lang="en-US" sz="24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paradigm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OO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paradigm,</a:t>
            </a:r>
            <a:r>
              <a:rPr lang="en-US" sz="24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data-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oriented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paradigm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1475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Three</a:t>
            </a:r>
            <a:r>
              <a:rPr lang="en-US" sz="4000" kern="1200" spc="-8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Paradigms</a:t>
            </a:r>
            <a:r>
              <a:rPr lang="en-US" sz="4000" kern="1200" spc="-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</a:t>
            </a:r>
            <a:r>
              <a:rPr lang="en-US" sz="4000" kern="1200" spc="-9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History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54965" indent="-228600" algn="l" rtl="0">
              <a:lnSpc>
                <a:spcPct val="90000"/>
              </a:lnSpc>
              <a:spcBef>
                <a:spcPts val="78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Procedural</a:t>
            </a:r>
            <a:r>
              <a:rPr lang="en-US" sz="22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paradigm</a:t>
            </a:r>
            <a:r>
              <a:rPr lang="en-US" sz="22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views</a:t>
            </a:r>
            <a:r>
              <a:rPr lang="en-US" sz="22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2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en-US" sz="22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22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as: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32485" lvl="1" indent="-228600" algn="l" rtl="0">
              <a:lnSpc>
                <a:spcPct val="90000"/>
              </a:lnSpc>
              <a:spcBef>
                <a:spcPts val="590"/>
              </a:spcBef>
              <a:buFont typeface="Arial" panose="020B0604020202020204" pitchFamily="34" charset="0"/>
              <a:buChar char="•"/>
              <a:tabLst>
                <a:tab pos="832485" algn="l"/>
                <a:tab pos="833119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2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network</a:t>
            </a:r>
            <a:r>
              <a:rPr lang="en-US" sz="22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processes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32485" lvl="1" indent="-228600" algn="l" rtl="0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tabLst>
                <a:tab pos="832485" algn="l"/>
                <a:tab pos="833119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process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2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refined</a:t>
            </a:r>
            <a:r>
              <a:rPr lang="en-US" sz="22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lower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22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32485" lvl="1" indent="-228600" algn="l" rtl="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832485" algn="l"/>
                <a:tab pos="833119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building</a:t>
            </a:r>
            <a:r>
              <a:rPr lang="en-US" sz="22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</a:t>
            </a:r>
            <a:r>
              <a:rPr lang="en-US" sz="22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starting</a:t>
            </a:r>
            <a:r>
              <a:rPr lang="en-US" sz="22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en-US" sz="22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2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processes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65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OO</a:t>
            </a:r>
            <a:r>
              <a:rPr lang="en-US" sz="22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paradigm</a:t>
            </a:r>
            <a:r>
              <a:rPr lang="en-US" sz="22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views</a:t>
            </a:r>
            <a:r>
              <a:rPr lang="en-US" sz="22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2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en-US" sz="22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sz="22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as: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590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interrelated</a:t>
            </a:r>
            <a:r>
              <a:rPr lang="en-US" sz="22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interacting</a:t>
            </a:r>
            <a:r>
              <a:rPr lang="en-US" sz="22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objects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580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</a:t>
            </a:r>
            <a:r>
              <a:rPr lang="en-US" sz="22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building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</a:t>
            </a:r>
            <a:r>
              <a:rPr lang="en-US" sz="22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2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objects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73025" indent="-228600" algn="l" rtl="0">
              <a:lnSpc>
                <a:spcPct val="90000"/>
              </a:lnSpc>
              <a:spcBef>
                <a:spcPts val="65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Data-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oriented</a:t>
            </a:r>
            <a:r>
              <a:rPr lang="en-US" sz="22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paradigm</a:t>
            </a:r>
            <a:r>
              <a:rPr lang="en-US" sz="22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views</a:t>
            </a:r>
            <a:r>
              <a:rPr lang="en-US" sz="22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2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en-US" sz="22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as: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590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interrelated</a:t>
            </a:r>
            <a:r>
              <a:rPr lang="en-US" sz="22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entities,</a:t>
            </a:r>
            <a:r>
              <a:rPr lang="en-US" sz="22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processed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22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transactions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</a:t>
            </a:r>
            <a:r>
              <a:rPr lang="en-US" sz="22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building</a:t>
            </a:r>
            <a:r>
              <a:rPr lang="en-US" sz="22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blocks</a:t>
            </a:r>
            <a:r>
              <a:rPr lang="en-US" sz="2200" kern="1200" spc="-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2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entities</a:t>
            </a:r>
            <a:r>
              <a:rPr lang="en-US" sz="22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2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relationships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2162" y="4856479"/>
            <a:ext cx="216344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9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Structured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  <a:p>
            <a:pPr marL="443230" marR="455930" indent="-635" algn="ctr">
              <a:lnSpc>
                <a:spcPct val="100000"/>
              </a:lnSpc>
              <a:spcBef>
                <a:spcPts val="1440"/>
              </a:spcBef>
            </a:pPr>
            <a:r>
              <a:rPr sz="1800" spc="-10" dirty="0">
                <a:latin typeface="Times New Roman"/>
                <a:cs typeface="Times New Roman"/>
              </a:rPr>
              <a:t>Structured Programming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69"/>
              </a:spcBef>
            </a:pPr>
            <a:r>
              <a:rPr sz="2000" dirty="0">
                <a:latin typeface="Times New Roman"/>
                <a:cs typeface="Times New Roman"/>
              </a:rPr>
              <a:t>Procedural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Paradigm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0874" y="2986303"/>
            <a:ext cx="1825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Structured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1772" y="2986303"/>
            <a:ext cx="2182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Data-Oriented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6175" y="4819548"/>
            <a:ext cx="2517140" cy="149669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965"/>
              </a:spcBef>
            </a:pPr>
            <a:r>
              <a:rPr sz="1800" dirty="0">
                <a:latin typeface="Times New Roman"/>
                <a:cs typeface="Times New Roman"/>
              </a:rPr>
              <a:t>Data-Oriented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 dirty="0">
              <a:latin typeface="Times New Roman"/>
              <a:cs typeface="Times New Roman"/>
            </a:endParaRPr>
          </a:p>
          <a:p>
            <a:pPr marL="378460" marR="633730" indent="1270">
              <a:lnSpc>
                <a:spcPct val="100000"/>
              </a:lnSpc>
              <a:spcBef>
                <a:spcPts val="865"/>
              </a:spcBef>
            </a:pPr>
            <a:r>
              <a:rPr sz="1800" dirty="0">
                <a:latin typeface="Times New Roman"/>
                <a:cs typeface="Times New Roman"/>
              </a:rPr>
              <a:t>Programming</a:t>
            </a:r>
            <a:r>
              <a:rPr sz="1800" spc="-25" dirty="0">
                <a:latin typeface="Times New Roman"/>
                <a:cs typeface="Times New Roman"/>
              </a:rPr>
              <a:t> 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SQL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000" spc="-10" dirty="0">
                <a:latin typeface="Times New Roman"/>
                <a:cs typeface="Times New Roman"/>
              </a:rPr>
              <a:t>Data-</a:t>
            </a:r>
            <a:r>
              <a:rPr sz="2000" dirty="0">
                <a:latin typeface="Times New Roman"/>
                <a:cs typeface="Times New Roman"/>
              </a:rPr>
              <a:t>Oriented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Paradigm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4212" y="3435038"/>
            <a:ext cx="1925866" cy="134514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95"/>
              </a:spcBef>
            </a:pPr>
            <a:r>
              <a:rPr dirty="0"/>
              <a:t>Paradigm</a:t>
            </a:r>
            <a:r>
              <a:rPr spc="-9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8" name="object 8"/>
          <p:cNvSpPr/>
          <p:nvPr/>
        </p:nvSpPr>
        <p:spPr>
          <a:xfrm>
            <a:off x="1867661" y="1669542"/>
            <a:ext cx="370840" cy="396240"/>
          </a:xfrm>
          <a:custGeom>
            <a:avLst/>
            <a:gdLst/>
            <a:ahLst/>
            <a:cxnLst/>
            <a:rect l="l" t="t" r="r" b="b"/>
            <a:pathLst>
              <a:path w="370839" h="396239">
                <a:moveTo>
                  <a:pt x="0" y="198120"/>
                </a:moveTo>
                <a:lnTo>
                  <a:pt x="4890" y="152691"/>
                </a:lnTo>
                <a:lnTo>
                  <a:pt x="18821" y="110989"/>
                </a:lnTo>
                <a:lnTo>
                  <a:pt x="40680" y="74204"/>
                </a:lnTo>
                <a:lnTo>
                  <a:pt x="69355" y="43523"/>
                </a:lnTo>
                <a:lnTo>
                  <a:pt x="103736" y="20136"/>
                </a:lnTo>
                <a:lnTo>
                  <a:pt x="142710" y="5232"/>
                </a:lnTo>
                <a:lnTo>
                  <a:pt x="185166" y="0"/>
                </a:lnTo>
                <a:lnTo>
                  <a:pt x="227621" y="5232"/>
                </a:lnTo>
                <a:lnTo>
                  <a:pt x="266595" y="20136"/>
                </a:lnTo>
                <a:lnTo>
                  <a:pt x="300976" y="43523"/>
                </a:lnTo>
                <a:lnTo>
                  <a:pt x="329651" y="74204"/>
                </a:lnTo>
                <a:lnTo>
                  <a:pt x="351510" y="110989"/>
                </a:lnTo>
                <a:lnTo>
                  <a:pt x="365441" y="152691"/>
                </a:lnTo>
                <a:lnTo>
                  <a:pt x="370332" y="198120"/>
                </a:lnTo>
                <a:lnTo>
                  <a:pt x="365441" y="243548"/>
                </a:lnTo>
                <a:lnTo>
                  <a:pt x="351510" y="285250"/>
                </a:lnTo>
                <a:lnTo>
                  <a:pt x="329651" y="322035"/>
                </a:lnTo>
                <a:lnTo>
                  <a:pt x="300976" y="352716"/>
                </a:lnTo>
                <a:lnTo>
                  <a:pt x="266595" y="376103"/>
                </a:lnTo>
                <a:lnTo>
                  <a:pt x="227621" y="391007"/>
                </a:lnTo>
                <a:lnTo>
                  <a:pt x="185166" y="396240"/>
                </a:lnTo>
                <a:lnTo>
                  <a:pt x="142710" y="391007"/>
                </a:lnTo>
                <a:lnTo>
                  <a:pt x="103736" y="376103"/>
                </a:lnTo>
                <a:lnTo>
                  <a:pt x="69355" y="352716"/>
                </a:lnTo>
                <a:lnTo>
                  <a:pt x="40680" y="322035"/>
                </a:lnTo>
                <a:lnTo>
                  <a:pt x="18821" y="285250"/>
                </a:lnTo>
                <a:lnTo>
                  <a:pt x="4890" y="243548"/>
                </a:lnTo>
                <a:lnTo>
                  <a:pt x="0" y="19812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47850" y="1738503"/>
            <a:ext cx="3765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Times New Roman"/>
                <a:cs typeface="Times New Roman"/>
              </a:rPr>
              <a:t>Process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0348" y="1296669"/>
            <a:ext cx="1611630" cy="761365"/>
            <a:chOff x="760348" y="1296669"/>
            <a:chExt cx="1611630" cy="761365"/>
          </a:xfrm>
        </p:grpSpPr>
        <p:sp>
          <p:nvSpPr>
            <p:cNvPr id="11" name="object 11"/>
            <p:cNvSpPr/>
            <p:nvPr/>
          </p:nvSpPr>
          <p:spPr>
            <a:xfrm>
              <a:off x="763523" y="1601723"/>
              <a:ext cx="498475" cy="452755"/>
            </a:xfrm>
            <a:custGeom>
              <a:avLst/>
              <a:gdLst/>
              <a:ahLst/>
              <a:cxnLst/>
              <a:rect l="l" t="t" r="r" b="b"/>
              <a:pathLst>
                <a:path w="498475" h="452755">
                  <a:moveTo>
                    <a:pt x="0" y="0"/>
                  </a:moveTo>
                  <a:lnTo>
                    <a:pt x="498348" y="0"/>
                  </a:lnTo>
                  <a:lnTo>
                    <a:pt x="498348" y="452627"/>
                  </a:lnTo>
                  <a:lnTo>
                    <a:pt x="0" y="45262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2506" y="1299209"/>
              <a:ext cx="607060" cy="1905"/>
            </a:xfrm>
            <a:custGeom>
              <a:avLst/>
              <a:gdLst/>
              <a:ahLst/>
              <a:cxnLst/>
              <a:rect l="l" t="t" r="r" b="b"/>
              <a:pathLst>
                <a:path w="607060" h="1905">
                  <a:moveTo>
                    <a:pt x="0" y="0"/>
                  </a:moveTo>
                  <a:lnTo>
                    <a:pt x="606552" y="1524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2506" y="1457705"/>
              <a:ext cx="607060" cy="1905"/>
            </a:xfrm>
            <a:custGeom>
              <a:avLst/>
              <a:gdLst/>
              <a:ahLst/>
              <a:cxnLst/>
              <a:rect l="l" t="t" r="r" b="b"/>
              <a:pathLst>
                <a:path w="607060" h="1905">
                  <a:moveTo>
                    <a:pt x="0" y="0"/>
                  </a:moveTo>
                  <a:lnTo>
                    <a:pt x="606552" y="1524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62506" y="1299209"/>
              <a:ext cx="1905" cy="158750"/>
            </a:xfrm>
            <a:custGeom>
              <a:avLst/>
              <a:gdLst/>
              <a:ahLst/>
              <a:cxnLst/>
              <a:rect l="l" t="t" r="r" b="b"/>
              <a:pathLst>
                <a:path w="1905" h="158750">
                  <a:moveTo>
                    <a:pt x="0" y="0"/>
                  </a:moveTo>
                  <a:lnTo>
                    <a:pt x="1524" y="158496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66411" y="1278128"/>
            <a:ext cx="605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Books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3700" y="2394166"/>
            <a:ext cx="10071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6215" algn="l"/>
                <a:tab pos="993775" algn="l"/>
              </a:tabLst>
            </a:pPr>
            <a:r>
              <a:rPr sz="1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Customers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54760" y="1451355"/>
            <a:ext cx="838200" cy="521334"/>
            <a:chOff x="1254760" y="1451355"/>
            <a:chExt cx="838200" cy="521334"/>
          </a:xfrm>
        </p:grpSpPr>
        <p:sp>
          <p:nvSpPr>
            <p:cNvPr id="18" name="object 18"/>
            <p:cNvSpPr/>
            <p:nvPr/>
          </p:nvSpPr>
          <p:spPr>
            <a:xfrm>
              <a:off x="1261110" y="1776221"/>
              <a:ext cx="491490" cy="1905"/>
            </a:xfrm>
            <a:custGeom>
              <a:avLst/>
              <a:gdLst/>
              <a:ahLst/>
              <a:cxnLst/>
              <a:rect l="l" t="t" r="r" b="b"/>
              <a:pathLst>
                <a:path w="491489" h="1905">
                  <a:moveTo>
                    <a:pt x="0" y="0"/>
                  </a:moveTo>
                  <a:lnTo>
                    <a:pt x="491236" y="134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9536" y="1739432"/>
              <a:ext cx="132125" cy="76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379474" y="1933193"/>
              <a:ext cx="488315" cy="1905"/>
            </a:xfrm>
            <a:custGeom>
              <a:avLst/>
              <a:gdLst/>
              <a:ahLst/>
              <a:cxnLst/>
              <a:rect l="l" t="t" r="r" b="b"/>
              <a:pathLst>
                <a:path w="488314" h="1905">
                  <a:moveTo>
                    <a:pt x="488188" y="0"/>
                  </a:moveTo>
                  <a:lnTo>
                    <a:pt x="0" y="1346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5585" y="1896404"/>
              <a:ext cx="136696" cy="76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16283" y="1451355"/>
              <a:ext cx="76200" cy="22218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354137" y="1570228"/>
            <a:ext cx="34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orders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4137" y="1927441"/>
            <a:ext cx="447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invoices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4137" y="2117938"/>
            <a:ext cx="537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(w/books)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68538" y="1842302"/>
            <a:ext cx="883285" cy="40703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 spc="-10" dirty="0">
                <a:latin typeface="Times New Roman"/>
                <a:cs typeface="Times New Roman"/>
              </a:rPr>
              <a:t>Orders</a:t>
            </a:r>
            <a:endParaRPr sz="900">
              <a:latin typeface="Times New Roman"/>
              <a:cs typeface="Times New Roman"/>
            </a:endParaRPr>
          </a:p>
          <a:p>
            <a:pPr marL="261620">
              <a:lnSpc>
                <a:spcPct val="100000"/>
              </a:lnSpc>
              <a:spcBef>
                <a:spcPts val="375"/>
              </a:spcBef>
            </a:pPr>
            <a:r>
              <a:rPr sz="1000" dirty="0">
                <a:latin typeface="Times New Roman"/>
                <a:cs typeface="Times New Roman"/>
              </a:rPr>
              <a:t>credit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status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671637" y="2074160"/>
            <a:ext cx="986790" cy="500380"/>
            <a:chOff x="1671637" y="2074160"/>
            <a:chExt cx="986790" cy="500380"/>
          </a:xfrm>
        </p:grpSpPr>
        <p:sp>
          <p:nvSpPr>
            <p:cNvPr id="28" name="object 28"/>
            <p:cNvSpPr/>
            <p:nvPr/>
          </p:nvSpPr>
          <p:spPr>
            <a:xfrm>
              <a:off x="1676400" y="2369820"/>
              <a:ext cx="981710" cy="204470"/>
            </a:xfrm>
            <a:custGeom>
              <a:avLst/>
              <a:gdLst/>
              <a:ahLst/>
              <a:cxnLst/>
              <a:rect l="l" t="t" r="r" b="b"/>
              <a:pathLst>
                <a:path w="981710" h="204469">
                  <a:moveTo>
                    <a:pt x="0" y="0"/>
                  </a:moveTo>
                  <a:lnTo>
                    <a:pt x="981456" y="0"/>
                  </a:lnTo>
                </a:path>
                <a:path w="981710" h="204469">
                  <a:moveTo>
                    <a:pt x="0" y="0"/>
                  </a:moveTo>
                  <a:lnTo>
                    <a:pt x="0" y="20421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66988" y="2137638"/>
              <a:ext cx="7620" cy="232410"/>
            </a:xfrm>
            <a:custGeom>
              <a:avLst/>
              <a:gdLst/>
              <a:ahLst/>
              <a:cxnLst/>
              <a:rect l="l" t="t" r="r" b="b"/>
              <a:pathLst>
                <a:path w="7619" h="232410">
                  <a:moveTo>
                    <a:pt x="7175" y="23218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29289" y="2074160"/>
              <a:ext cx="76200" cy="77470"/>
            </a:xfrm>
            <a:custGeom>
              <a:avLst/>
              <a:gdLst/>
              <a:ahLst/>
              <a:cxnLst/>
              <a:rect l="l" t="t" r="r" b="b"/>
              <a:pathLst>
                <a:path w="76200" h="77469">
                  <a:moveTo>
                    <a:pt x="35725" y="0"/>
                  </a:moveTo>
                  <a:lnTo>
                    <a:pt x="0" y="77342"/>
                  </a:lnTo>
                  <a:lnTo>
                    <a:pt x="76161" y="74993"/>
                  </a:lnTo>
                  <a:lnTo>
                    <a:pt x="3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52475" y="1740090"/>
            <a:ext cx="5143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imes New Roman"/>
                <a:cs typeface="Times New Roman"/>
              </a:rPr>
              <a:t>Customer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66444" y="3360420"/>
            <a:ext cx="274320" cy="212090"/>
          </a:xfrm>
          <a:custGeom>
            <a:avLst/>
            <a:gdLst/>
            <a:ahLst/>
            <a:cxnLst/>
            <a:rect l="l" t="t" r="r" b="b"/>
            <a:pathLst>
              <a:path w="274319" h="212089">
                <a:moveTo>
                  <a:pt x="0" y="0"/>
                </a:moveTo>
                <a:lnTo>
                  <a:pt x="274319" y="0"/>
                </a:lnTo>
                <a:lnTo>
                  <a:pt x="274319" y="211836"/>
                </a:lnTo>
                <a:lnTo>
                  <a:pt x="0" y="211836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269964" y="3430681"/>
            <a:ext cx="705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Top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Manager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6216" y="3921252"/>
            <a:ext cx="274320" cy="21082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100330">
              <a:lnSpc>
                <a:spcPts val="1030"/>
              </a:lnSpc>
              <a:spcBef>
                <a:spcPts val="625"/>
              </a:spcBef>
            </a:pPr>
            <a:r>
              <a:rPr sz="900" spc="-25" dirty="0">
                <a:latin typeface="Arial"/>
                <a:cs typeface="Arial"/>
              </a:rPr>
              <a:t>BE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01623" y="4200144"/>
            <a:ext cx="274320" cy="212090"/>
          </a:xfrm>
          <a:custGeom>
            <a:avLst/>
            <a:gdLst/>
            <a:ahLst/>
            <a:cxnLst/>
            <a:rect l="l" t="t" r="r" b="b"/>
            <a:pathLst>
              <a:path w="274319" h="212089">
                <a:moveTo>
                  <a:pt x="0" y="0"/>
                </a:moveTo>
                <a:lnTo>
                  <a:pt x="274320" y="0"/>
                </a:lnTo>
                <a:lnTo>
                  <a:pt x="274320" y="211835"/>
                </a:lnTo>
                <a:lnTo>
                  <a:pt x="0" y="211835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14041" y="4265385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30808" y="4200144"/>
            <a:ext cx="274320" cy="212090"/>
          </a:xfrm>
          <a:custGeom>
            <a:avLst/>
            <a:gdLst/>
            <a:ahLst/>
            <a:cxnLst/>
            <a:rect l="l" t="t" r="r" b="b"/>
            <a:pathLst>
              <a:path w="274319" h="212089">
                <a:moveTo>
                  <a:pt x="0" y="0"/>
                </a:moveTo>
                <a:lnTo>
                  <a:pt x="274320" y="0"/>
                </a:lnTo>
                <a:lnTo>
                  <a:pt x="274320" y="211835"/>
                </a:lnTo>
                <a:lnTo>
                  <a:pt x="0" y="211835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66216" y="3640835"/>
            <a:ext cx="274320" cy="21082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22555">
              <a:lnSpc>
                <a:spcPts val="1035"/>
              </a:lnSpc>
              <a:spcBef>
                <a:spcPts val="620"/>
              </a:spcBef>
            </a:pPr>
            <a:r>
              <a:rPr sz="90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97152" y="3921252"/>
            <a:ext cx="274320" cy="21082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101600">
              <a:lnSpc>
                <a:spcPts val="1030"/>
              </a:lnSpc>
              <a:spcBef>
                <a:spcPts val="625"/>
              </a:spcBef>
            </a:pPr>
            <a:r>
              <a:rPr sz="900" spc="-25" dirty="0">
                <a:latin typeface="Arial"/>
                <a:cs typeface="Arial"/>
              </a:rPr>
              <a:t>CF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597152" y="3640835"/>
            <a:ext cx="274320" cy="210820"/>
          </a:xfrm>
          <a:custGeom>
            <a:avLst/>
            <a:gdLst/>
            <a:ahLst/>
            <a:cxnLst/>
            <a:rect l="l" t="t" r="r" b="b"/>
            <a:pathLst>
              <a:path w="274319" h="210820">
                <a:moveTo>
                  <a:pt x="0" y="0"/>
                </a:moveTo>
                <a:lnTo>
                  <a:pt x="274320" y="0"/>
                </a:lnTo>
                <a:lnTo>
                  <a:pt x="274320" y="210312"/>
                </a:lnTo>
                <a:lnTo>
                  <a:pt x="0" y="210312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608396" y="3706799"/>
            <a:ext cx="6508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Top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Decider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226564" y="3921252"/>
            <a:ext cx="276225" cy="21082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99060">
              <a:lnSpc>
                <a:spcPts val="1030"/>
              </a:lnSpc>
              <a:spcBef>
                <a:spcPts val="625"/>
              </a:spcBef>
            </a:pPr>
            <a:r>
              <a:rPr sz="900" spc="-25" dirty="0">
                <a:latin typeface="Arial"/>
                <a:cs typeface="Arial"/>
              </a:rPr>
              <a:t>DG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5615" y="4128389"/>
            <a:ext cx="334008" cy="79502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1098677" y="3567557"/>
            <a:ext cx="1268730" cy="372110"/>
            <a:chOff x="1098677" y="3567557"/>
            <a:chExt cx="1268730" cy="372110"/>
          </a:xfrm>
        </p:grpSpPr>
        <p:sp>
          <p:nvSpPr>
            <p:cNvPr id="45" name="object 45"/>
            <p:cNvSpPr/>
            <p:nvPr/>
          </p:nvSpPr>
          <p:spPr>
            <a:xfrm>
              <a:off x="1118616" y="3570732"/>
              <a:ext cx="287020" cy="67310"/>
            </a:xfrm>
            <a:custGeom>
              <a:avLst/>
              <a:gdLst/>
              <a:ahLst/>
              <a:cxnLst/>
              <a:rect l="l" t="t" r="r" b="b"/>
              <a:pathLst>
                <a:path w="287019" h="67310">
                  <a:moveTo>
                    <a:pt x="286512" y="0"/>
                  </a:moveTo>
                  <a:lnTo>
                    <a:pt x="0" y="67056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18619" y="3613404"/>
              <a:ext cx="29209" cy="36830"/>
            </a:xfrm>
            <a:custGeom>
              <a:avLst/>
              <a:gdLst/>
              <a:ahLst/>
              <a:cxnLst/>
              <a:rect l="l" t="t" r="r" b="b"/>
              <a:pathLst>
                <a:path w="29209" h="36829">
                  <a:moveTo>
                    <a:pt x="24218" y="0"/>
                  </a:moveTo>
                  <a:lnTo>
                    <a:pt x="0" y="25438"/>
                  </a:lnTo>
                  <a:lnTo>
                    <a:pt x="28955" y="3657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01857" y="3627120"/>
              <a:ext cx="18415" cy="20320"/>
            </a:xfrm>
            <a:custGeom>
              <a:avLst/>
              <a:gdLst/>
              <a:ahLst/>
              <a:cxnLst/>
              <a:rect l="l" t="t" r="r" b="b"/>
              <a:pathLst>
                <a:path w="18415" h="20320">
                  <a:moveTo>
                    <a:pt x="15379" y="0"/>
                  </a:moveTo>
                  <a:lnTo>
                    <a:pt x="0" y="13207"/>
                  </a:lnTo>
                  <a:lnTo>
                    <a:pt x="18287" y="19811"/>
                  </a:lnTo>
                  <a:lnTo>
                    <a:pt x="15379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05128" y="3570732"/>
              <a:ext cx="314325" cy="67310"/>
            </a:xfrm>
            <a:custGeom>
              <a:avLst/>
              <a:gdLst/>
              <a:ahLst/>
              <a:cxnLst/>
              <a:rect l="l" t="t" r="r" b="b"/>
              <a:pathLst>
                <a:path w="314325" h="67310">
                  <a:moveTo>
                    <a:pt x="0" y="0"/>
                  </a:moveTo>
                  <a:lnTo>
                    <a:pt x="313944" y="67056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88592" y="3613404"/>
              <a:ext cx="30480" cy="38100"/>
            </a:xfrm>
            <a:custGeom>
              <a:avLst/>
              <a:gdLst/>
              <a:ahLst/>
              <a:cxnLst/>
              <a:rect l="l" t="t" r="r" b="b"/>
              <a:pathLst>
                <a:path w="30480" h="38100">
                  <a:moveTo>
                    <a:pt x="0" y="38100"/>
                  </a:moveTo>
                  <a:lnTo>
                    <a:pt x="30480" y="25222"/>
                  </a:lnTo>
                  <a:lnTo>
                    <a:pt x="4648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716018" y="3627120"/>
              <a:ext cx="18415" cy="20320"/>
            </a:xfrm>
            <a:custGeom>
              <a:avLst/>
              <a:gdLst/>
              <a:ahLst/>
              <a:cxnLst/>
              <a:rect l="l" t="t" r="r" b="b"/>
              <a:pathLst>
                <a:path w="18414" h="20320">
                  <a:moveTo>
                    <a:pt x="2070" y="0"/>
                  </a:moveTo>
                  <a:lnTo>
                    <a:pt x="18288" y="13207"/>
                  </a:lnTo>
                  <a:lnTo>
                    <a:pt x="0" y="19811"/>
                  </a:lnTo>
                  <a:lnTo>
                    <a:pt x="2070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18616" y="3851148"/>
              <a:ext cx="615950" cy="68580"/>
            </a:xfrm>
            <a:custGeom>
              <a:avLst/>
              <a:gdLst/>
              <a:ahLst/>
              <a:cxnLst/>
              <a:rect l="l" t="t" r="r" b="b"/>
              <a:pathLst>
                <a:path w="615950" h="68579">
                  <a:moveTo>
                    <a:pt x="615695" y="0"/>
                  </a:moveTo>
                  <a:lnTo>
                    <a:pt x="0" y="6858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18621" y="3898392"/>
              <a:ext cx="29209" cy="36830"/>
            </a:xfrm>
            <a:custGeom>
              <a:avLst/>
              <a:gdLst/>
              <a:ahLst/>
              <a:cxnLst/>
              <a:rect l="l" t="t" r="r" b="b"/>
              <a:pathLst>
                <a:path w="29209" h="36829">
                  <a:moveTo>
                    <a:pt x="26657" y="0"/>
                  </a:moveTo>
                  <a:lnTo>
                    <a:pt x="0" y="21945"/>
                  </a:lnTo>
                  <a:lnTo>
                    <a:pt x="28956" y="3657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01852" y="3909060"/>
              <a:ext cx="18415" cy="21590"/>
            </a:xfrm>
            <a:custGeom>
              <a:avLst/>
              <a:gdLst/>
              <a:ahLst/>
              <a:cxnLst/>
              <a:rect l="l" t="t" r="r" b="b"/>
              <a:pathLst>
                <a:path w="18415" h="21589">
                  <a:moveTo>
                    <a:pt x="16763" y="0"/>
                  </a:moveTo>
                  <a:lnTo>
                    <a:pt x="0" y="10922"/>
                  </a:lnTo>
                  <a:lnTo>
                    <a:pt x="18287" y="21336"/>
                  </a:lnTo>
                  <a:lnTo>
                    <a:pt x="16763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34312" y="3851148"/>
              <a:ext cx="1905" cy="52069"/>
            </a:xfrm>
            <a:custGeom>
              <a:avLst/>
              <a:gdLst/>
              <a:ahLst/>
              <a:cxnLst/>
              <a:rect l="l" t="t" r="r" b="b"/>
              <a:pathLst>
                <a:path w="1905" h="52070">
                  <a:moveTo>
                    <a:pt x="0" y="0"/>
                  </a:moveTo>
                  <a:lnTo>
                    <a:pt x="1524" y="5181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19072" y="3864867"/>
              <a:ext cx="29209" cy="38100"/>
            </a:xfrm>
            <a:custGeom>
              <a:avLst/>
              <a:gdLst/>
              <a:ahLst/>
              <a:cxnLst/>
              <a:rect l="l" t="t" r="r" b="b"/>
              <a:pathLst>
                <a:path w="29210" h="38100">
                  <a:moveTo>
                    <a:pt x="0" y="533"/>
                  </a:moveTo>
                  <a:lnTo>
                    <a:pt x="15227" y="38100"/>
                  </a:lnTo>
                  <a:lnTo>
                    <a:pt x="28956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725168" y="3899916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39" h="21589">
                  <a:moveTo>
                    <a:pt x="0" y="0"/>
                  </a:moveTo>
                  <a:lnTo>
                    <a:pt x="8039" y="21335"/>
                  </a:lnTo>
                  <a:lnTo>
                    <a:pt x="15240" y="0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734312" y="3851148"/>
              <a:ext cx="614680" cy="68580"/>
            </a:xfrm>
            <a:custGeom>
              <a:avLst/>
              <a:gdLst/>
              <a:ahLst/>
              <a:cxnLst/>
              <a:rect l="l" t="t" r="r" b="b"/>
              <a:pathLst>
                <a:path w="614680" h="68579">
                  <a:moveTo>
                    <a:pt x="0" y="0"/>
                  </a:moveTo>
                  <a:lnTo>
                    <a:pt x="614172" y="6858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319527" y="3898392"/>
              <a:ext cx="29209" cy="38100"/>
            </a:xfrm>
            <a:custGeom>
              <a:avLst/>
              <a:gdLst/>
              <a:ahLst/>
              <a:cxnLst/>
              <a:rect l="l" t="t" r="r" b="b"/>
              <a:pathLst>
                <a:path w="29210" h="38100">
                  <a:moveTo>
                    <a:pt x="0" y="38099"/>
                  </a:moveTo>
                  <a:lnTo>
                    <a:pt x="28956" y="22313"/>
                  </a:lnTo>
                  <a:lnTo>
                    <a:pt x="2552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346960" y="3909060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89">
                  <a:moveTo>
                    <a:pt x="1117" y="0"/>
                  </a:moveTo>
                  <a:lnTo>
                    <a:pt x="16763" y="10922"/>
                  </a:lnTo>
                  <a:lnTo>
                    <a:pt x="0" y="21336"/>
                  </a:lnTo>
                  <a:lnTo>
                    <a:pt x="1117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392679" y="4200144"/>
            <a:ext cx="274320" cy="21209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21920">
              <a:lnSpc>
                <a:spcPts val="1055"/>
              </a:lnSpc>
              <a:spcBef>
                <a:spcPts val="610"/>
              </a:spcBef>
            </a:pPr>
            <a:r>
              <a:rPr sz="900" dirty="0">
                <a:latin typeface="Arial"/>
                <a:cs typeface="Arial"/>
              </a:rPr>
              <a:t>G</a:t>
            </a:r>
            <a:endParaRPr sz="9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431036" y="4200144"/>
            <a:ext cx="274320" cy="212090"/>
          </a:xfrm>
          <a:custGeom>
            <a:avLst/>
            <a:gdLst/>
            <a:ahLst/>
            <a:cxnLst/>
            <a:rect l="l" t="t" r="r" b="b"/>
            <a:pathLst>
              <a:path w="274319" h="212089">
                <a:moveTo>
                  <a:pt x="0" y="0"/>
                </a:moveTo>
                <a:lnTo>
                  <a:pt x="274319" y="0"/>
                </a:lnTo>
                <a:lnTo>
                  <a:pt x="274319" y="211835"/>
                </a:lnTo>
                <a:lnTo>
                  <a:pt x="0" y="211835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242853" y="4265385"/>
            <a:ext cx="4083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420" algn="l"/>
              </a:tabLst>
            </a:pPr>
            <a:r>
              <a:rPr sz="900" spc="-50" dirty="0">
                <a:latin typeface="Arial"/>
                <a:cs typeface="Arial"/>
              </a:rPr>
              <a:t>E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50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761744" y="4200144"/>
            <a:ext cx="274320" cy="212090"/>
          </a:xfrm>
          <a:custGeom>
            <a:avLst/>
            <a:gdLst/>
            <a:ahLst/>
            <a:cxnLst/>
            <a:rect l="l" t="t" r="r" b="b"/>
            <a:pathLst>
              <a:path w="274319" h="212089">
                <a:moveTo>
                  <a:pt x="0" y="0"/>
                </a:moveTo>
                <a:lnTo>
                  <a:pt x="274319" y="0"/>
                </a:lnTo>
                <a:lnTo>
                  <a:pt x="274319" y="211835"/>
                </a:lnTo>
                <a:lnTo>
                  <a:pt x="0" y="211835"/>
                </a:lnTo>
                <a:lnTo>
                  <a:pt x="0" y="0"/>
                </a:lnTo>
                <a:close/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873369" y="4265385"/>
            <a:ext cx="95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F</a:t>
            </a:r>
            <a:endParaRPr sz="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061972" y="4200144"/>
            <a:ext cx="276225" cy="21209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25730">
              <a:lnSpc>
                <a:spcPts val="1055"/>
              </a:lnSpc>
              <a:spcBef>
                <a:spcPts val="610"/>
              </a:spcBef>
            </a:pPr>
            <a:r>
              <a:rPr sz="900" dirty="0"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97152" y="4518659"/>
            <a:ext cx="274320" cy="208915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21285">
              <a:lnSpc>
                <a:spcPts val="1050"/>
              </a:lnSpc>
              <a:spcBef>
                <a:spcPts val="595"/>
              </a:spcBef>
            </a:pPr>
            <a:r>
              <a:rPr sz="900" dirty="0">
                <a:latin typeface="Arial"/>
                <a:cs typeface="Arial"/>
              </a:rPr>
              <a:t>H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263269" y="4128389"/>
            <a:ext cx="1268730" cy="405765"/>
            <a:chOff x="1263269" y="4128389"/>
            <a:chExt cx="1268730" cy="405765"/>
          </a:xfrm>
        </p:grpSpPr>
        <p:sp>
          <p:nvSpPr>
            <p:cNvPr id="68" name="object 68"/>
            <p:cNvSpPr/>
            <p:nvPr/>
          </p:nvSpPr>
          <p:spPr>
            <a:xfrm>
              <a:off x="1748027" y="4411980"/>
              <a:ext cx="780415" cy="104139"/>
            </a:xfrm>
            <a:custGeom>
              <a:avLst/>
              <a:gdLst/>
              <a:ahLst/>
              <a:cxnLst/>
              <a:rect l="l" t="t" r="r" b="b"/>
              <a:pathLst>
                <a:path w="780414" h="104139">
                  <a:moveTo>
                    <a:pt x="780288" y="0"/>
                  </a:moveTo>
                  <a:lnTo>
                    <a:pt x="0" y="10363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1131" y="4408805"/>
              <a:ext cx="170947" cy="12522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266444" y="4411980"/>
              <a:ext cx="452755" cy="104139"/>
            </a:xfrm>
            <a:custGeom>
              <a:avLst/>
              <a:gdLst/>
              <a:ahLst/>
              <a:cxnLst/>
              <a:rect l="l" t="t" r="r" b="b"/>
              <a:pathLst>
                <a:path w="452755" h="104139">
                  <a:moveTo>
                    <a:pt x="0" y="0"/>
                  </a:moveTo>
                  <a:lnTo>
                    <a:pt x="452628" y="10363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688592" y="4491228"/>
              <a:ext cx="30480" cy="36830"/>
            </a:xfrm>
            <a:custGeom>
              <a:avLst/>
              <a:gdLst/>
              <a:ahLst/>
              <a:cxnLst/>
              <a:rect l="l" t="t" r="r" b="b"/>
              <a:pathLst>
                <a:path w="30480" h="36829">
                  <a:moveTo>
                    <a:pt x="0" y="36576"/>
                  </a:moveTo>
                  <a:lnTo>
                    <a:pt x="30480" y="24206"/>
                  </a:lnTo>
                  <a:lnTo>
                    <a:pt x="4648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716030" y="4503420"/>
              <a:ext cx="18415" cy="21590"/>
            </a:xfrm>
            <a:custGeom>
              <a:avLst/>
              <a:gdLst/>
              <a:ahLst/>
              <a:cxnLst/>
              <a:rect l="l" t="t" r="r" b="b"/>
              <a:pathLst>
                <a:path w="18414" h="21589">
                  <a:moveTo>
                    <a:pt x="3238" y="0"/>
                  </a:moveTo>
                  <a:lnTo>
                    <a:pt x="18287" y="14731"/>
                  </a:lnTo>
                  <a:lnTo>
                    <a:pt x="0" y="21335"/>
                  </a:lnTo>
                  <a:lnTo>
                    <a:pt x="3238" y="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6541" y="4128389"/>
              <a:ext cx="335542" cy="7950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95959" y="4128389"/>
              <a:ext cx="335525" cy="79502"/>
            </a:xfrm>
            <a:prstGeom prst="rect">
              <a:avLst/>
            </a:prstGeom>
          </p:spPr>
        </p:pic>
      </p:grpSp>
      <p:sp>
        <p:nvSpPr>
          <p:cNvPr id="75" name="object 75"/>
          <p:cNvSpPr/>
          <p:nvPr/>
        </p:nvSpPr>
        <p:spPr>
          <a:xfrm>
            <a:off x="4259579" y="906780"/>
            <a:ext cx="782320" cy="609600"/>
          </a:xfrm>
          <a:custGeom>
            <a:avLst/>
            <a:gdLst/>
            <a:ahLst/>
            <a:cxnLst/>
            <a:rect l="l" t="t" r="r" b="b"/>
            <a:pathLst>
              <a:path w="782320" h="609600">
                <a:moveTo>
                  <a:pt x="0" y="0"/>
                </a:moveTo>
                <a:lnTo>
                  <a:pt x="781812" y="0"/>
                </a:lnTo>
                <a:lnTo>
                  <a:pt x="781812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4259579" y="906780"/>
            <a:ext cx="782320" cy="1670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85420">
              <a:lnSpc>
                <a:spcPts val="101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259579" y="1073658"/>
            <a:ext cx="782320" cy="335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22885">
              <a:lnSpc>
                <a:spcPts val="1255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attrib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marL="222885">
              <a:lnSpc>
                <a:spcPts val="1220"/>
              </a:lnSpc>
            </a:pPr>
            <a:r>
              <a:rPr sz="1100" dirty="0">
                <a:latin typeface="Times New Roman"/>
                <a:cs typeface="Times New Roman"/>
              </a:rPr>
              <a:t>attrib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3549141" y="1401825"/>
            <a:ext cx="1497330" cy="1120775"/>
            <a:chOff x="3549141" y="1401825"/>
            <a:chExt cx="1497330" cy="1120775"/>
          </a:xfrm>
        </p:grpSpPr>
        <p:sp>
          <p:nvSpPr>
            <p:cNvPr id="79" name="object 79"/>
            <p:cNvSpPr/>
            <p:nvPr/>
          </p:nvSpPr>
          <p:spPr>
            <a:xfrm>
              <a:off x="4259579" y="1408175"/>
              <a:ext cx="780415" cy="1905"/>
            </a:xfrm>
            <a:custGeom>
              <a:avLst/>
              <a:gdLst/>
              <a:ahLst/>
              <a:cxnLst/>
              <a:rect l="l" t="t" r="r" b="b"/>
              <a:pathLst>
                <a:path w="780414" h="1905">
                  <a:moveTo>
                    <a:pt x="0" y="0"/>
                  </a:moveTo>
                  <a:lnTo>
                    <a:pt x="780288" y="15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555491" y="1904999"/>
              <a:ext cx="783590" cy="611505"/>
            </a:xfrm>
            <a:custGeom>
              <a:avLst/>
              <a:gdLst/>
              <a:ahLst/>
              <a:cxnLst/>
              <a:rect l="l" t="t" r="r" b="b"/>
              <a:pathLst>
                <a:path w="783589" h="611505">
                  <a:moveTo>
                    <a:pt x="0" y="0"/>
                  </a:moveTo>
                  <a:lnTo>
                    <a:pt x="783336" y="0"/>
                  </a:lnTo>
                  <a:lnTo>
                    <a:pt x="783336" y="611124"/>
                  </a:lnTo>
                  <a:lnTo>
                    <a:pt x="0" y="61112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555491" y="1905000"/>
            <a:ext cx="783590" cy="16891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86055">
              <a:lnSpc>
                <a:spcPts val="1010"/>
              </a:lnSpc>
              <a:spcBef>
                <a:spcPts val="315"/>
              </a:spcBef>
            </a:pP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555491" y="2073401"/>
            <a:ext cx="783590" cy="31369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224154">
              <a:lnSpc>
                <a:spcPts val="1245"/>
              </a:lnSpc>
              <a:spcBef>
                <a:spcPts val="165"/>
              </a:spcBef>
            </a:pPr>
            <a:r>
              <a:rPr sz="1100" dirty="0">
                <a:latin typeface="Times New Roman"/>
                <a:cs typeface="Times New Roman"/>
              </a:rPr>
              <a:t>attrib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marL="224154">
              <a:lnSpc>
                <a:spcPts val="1050"/>
              </a:lnSpc>
            </a:pPr>
            <a:r>
              <a:rPr sz="1100" dirty="0">
                <a:latin typeface="Times New Roman"/>
                <a:cs typeface="Times New Roman"/>
              </a:rPr>
              <a:t>attrib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3549141" y="1898650"/>
            <a:ext cx="2358390" cy="515620"/>
            <a:chOff x="3549141" y="1898650"/>
            <a:chExt cx="2358390" cy="515620"/>
          </a:xfrm>
        </p:grpSpPr>
        <p:sp>
          <p:nvSpPr>
            <p:cNvPr id="84" name="object 84"/>
            <p:cNvSpPr/>
            <p:nvPr/>
          </p:nvSpPr>
          <p:spPr>
            <a:xfrm>
              <a:off x="3555491" y="2407919"/>
              <a:ext cx="782320" cy="0"/>
            </a:xfrm>
            <a:custGeom>
              <a:avLst/>
              <a:gdLst/>
              <a:ahLst/>
              <a:cxnLst/>
              <a:rect l="l" t="t" r="r" b="b"/>
              <a:pathLst>
                <a:path w="782320">
                  <a:moveTo>
                    <a:pt x="0" y="0"/>
                  </a:moveTo>
                  <a:lnTo>
                    <a:pt x="78181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117591" y="1905000"/>
              <a:ext cx="783590" cy="460375"/>
            </a:xfrm>
            <a:custGeom>
              <a:avLst/>
              <a:gdLst/>
              <a:ahLst/>
              <a:cxnLst/>
              <a:rect l="l" t="t" r="r" b="b"/>
              <a:pathLst>
                <a:path w="783589" h="460375">
                  <a:moveTo>
                    <a:pt x="0" y="0"/>
                  </a:moveTo>
                  <a:lnTo>
                    <a:pt x="783336" y="0"/>
                  </a:lnTo>
                  <a:lnTo>
                    <a:pt x="783336" y="460248"/>
                  </a:lnTo>
                  <a:lnTo>
                    <a:pt x="0" y="46024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117591" y="1905000"/>
            <a:ext cx="783590" cy="16891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86055">
              <a:lnSpc>
                <a:spcPts val="1010"/>
              </a:lnSpc>
              <a:spcBef>
                <a:spcPts val="315"/>
              </a:spcBef>
            </a:pP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117591" y="2073401"/>
            <a:ext cx="783590" cy="1676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222250">
              <a:lnSpc>
                <a:spcPts val="1155"/>
              </a:lnSpc>
              <a:spcBef>
                <a:spcPts val="165"/>
              </a:spcBef>
            </a:pPr>
            <a:r>
              <a:rPr sz="1100" dirty="0">
                <a:latin typeface="Times New Roman"/>
                <a:cs typeface="Times New Roman"/>
              </a:rPr>
              <a:t>attrib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x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628390" y="1174750"/>
            <a:ext cx="2277745" cy="1520190"/>
            <a:chOff x="3628390" y="1174750"/>
            <a:chExt cx="2277745" cy="1520190"/>
          </a:xfrm>
        </p:grpSpPr>
        <p:sp>
          <p:nvSpPr>
            <p:cNvPr id="89" name="object 89"/>
            <p:cNvSpPr/>
            <p:nvPr/>
          </p:nvSpPr>
          <p:spPr>
            <a:xfrm>
              <a:off x="3634740" y="1181100"/>
              <a:ext cx="0" cy="723900"/>
            </a:xfrm>
            <a:custGeom>
              <a:avLst/>
              <a:gdLst/>
              <a:ahLst/>
              <a:cxnLst/>
              <a:rect l="l" t="t" r="r" b="b"/>
              <a:pathLst>
                <a:path h="723900">
                  <a:moveTo>
                    <a:pt x="0" y="723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634740" y="1181100"/>
              <a:ext cx="624840" cy="1905"/>
            </a:xfrm>
            <a:custGeom>
              <a:avLst/>
              <a:gdLst/>
              <a:ahLst/>
              <a:cxnLst/>
              <a:rect l="l" t="t" r="r" b="b"/>
              <a:pathLst>
                <a:path w="624839" h="1905">
                  <a:moveTo>
                    <a:pt x="0" y="0"/>
                  </a:moveTo>
                  <a:lnTo>
                    <a:pt x="624840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947160" y="2519172"/>
              <a:ext cx="1905" cy="167640"/>
            </a:xfrm>
            <a:custGeom>
              <a:avLst/>
              <a:gdLst/>
              <a:ahLst/>
              <a:cxnLst/>
              <a:rect l="l" t="t" r="r" b="b"/>
              <a:pathLst>
                <a:path w="1904" h="167639">
                  <a:moveTo>
                    <a:pt x="0" y="0"/>
                  </a:moveTo>
                  <a:lnTo>
                    <a:pt x="1524" y="16764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117592" y="2240280"/>
              <a:ext cx="782320" cy="1905"/>
            </a:xfrm>
            <a:custGeom>
              <a:avLst/>
              <a:gdLst/>
              <a:ahLst/>
              <a:cxnLst/>
              <a:rect l="l" t="t" r="r" b="b"/>
              <a:pathLst>
                <a:path w="782320" h="1905">
                  <a:moveTo>
                    <a:pt x="0" y="0"/>
                  </a:moveTo>
                  <a:lnTo>
                    <a:pt x="781812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509260" y="2351532"/>
              <a:ext cx="1905" cy="335280"/>
            </a:xfrm>
            <a:custGeom>
              <a:avLst/>
              <a:gdLst/>
              <a:ahLst/>
              <a:cxnLst/>
              <a:rect l="l" t="t" r="r" b="b"/>
              <a:pathLst>
                <a:path w="1904" h="335280">
                  <a:moveTo>
                    <a:pt x="0" y="0"/>
                  </a:moveTo>
                  <a:lnTo>
                    <a:pt x="1524" y="33528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947160" y="2686811"/>
              <a:ext cx="1562100" cy="1905"/>
            </a:xfrm>
            <a:custGeom>
              <a:avLst/>
              <a:gdLst/>
              <a:ahLst/>
              <a:cxnLst/>
              <a:rect l="l" t="t" r="r" b="b"/>
              <a:pathLst>
                <a:path w="1562100" h="1905">
                  <a:moveTo>
                    <a:pt x="0" y="0"/>
                  </a:moveTo>
                  <a:lnTo>
                    <a:pt x="1562100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039868" y="1181100"/>
              <a:ext cx="624840" cy="1905"/>
            </a:xfrm>
            <a:custGeom>
              <a:avLst/>
              <a:gdLst/>
              <a:ahLst/>
              <a:cxnLst/>
              <a:rect l="l" t="t" r="r" b="b"/>
              <a:pathLst>
                <a:path w="624839" h="1905">
                  <a:moveTo>
                    <a:pt x="0" y="0"/>
                  </a:moveTo>
                  <a:lnTo>
                    <a:pt x="624840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664708" y="1181100"/>
              <a:ext cx="1905" cy="723900"/>
            </a:xfrm>
            <a:custGeom>
              <a:avLst/>
              <a:gdLst/>
              <a:ahLst/>
              <a:cxnLst/>
              <a:rect l="l" t="t" r="r" b="b"/>
              <a:pathLst>
                <a:path w="1904" h="723900">
                  <a:moveTo>
                    <a:pt x="0" y="723900"/>
                  </a:moveTo>
                  <a:lnTo>
                    <a:pt x="15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947160" y="1738883"/>
              <a:ext cx="1905" cy="166370"/>
            </a:xfrm>
            <a:custGeom>
              <a:avLst/>
              <a:gdLst/>
              <a:ahLst/>
              <a:cxnLst/>
              <a:rect l="l" t="t" r="r" b="b"/>
              <a:pathLst>
                <a:path w="1904" h="166369">
                  <a:moveTo>
                    <a:pt x="0" y="166115"/>
                  </a:moveTo>
                  <a:lnTo>
                    <a:pt x="15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572000" y="1516379"/>
              <a:ext cx="155575" cy="111760"/>
            </a:xfrm>
            <a:custGeom>
              <a:avLst/>
              <a:gdLst/>
              <a:ahLst/>
              <a:cxnLst/>
              <a:rect l="l" t="t" r="r" b="b"/>
              <a:pathLst>
                <a:path w="155575" h="111760">
                  <a:moveTo>
                    <a:pt x="77139" y="0"/>
                  </a:moveTo>
                  <a:lnTo>
                    <a:pt x="0" y="111252"/>
                  </a:lnTo>
                  <a:lnTo>
                    <a:pt x="155448" y="111252"/>
                  </a:lnTo>
                  <a:lnTo>
                    <a:pt x="7713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649724" y="1627631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h="111760">
                  <a:moveTo>
                    <a:pt x="0" y="0"/>
                  </a:moveTo>
                  <a:lnTo>
                    <a:pt x="0" y="11125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47160" y="1738883"/>
              <a:ext cx="1483360" cy="0"/>
            </a:xfrm>
            <a:custGeom>
              <a:avLst/>
              <a:gdLst/>
              <a:ahLst/>
              <a:cxnLst/>
              <a:rect l="l" t="t" r="r" b="b"/>
              <a:pathLst>
                <a:path w="1483360">
                  <a:moveTo>
                    <a:pt x="0" y="0"/>
                  </a:moveTo>
                  <a:lnTo>
                    <a:pt x="148285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430012" y="1738883"/>
              <a:ext cx="1905" cy="166370"/>
            </a:xfrm>
            <a:custGeom>
              <a:avLst/>
              <a:gdLst/>
              <a:ahLst/>
              <a:cxnLst/>
              <a:rect l="l" t="t" r="r" b="b"/>
              <a:pathLst>
                <a:path w="1904" h="166369">
                  <a:moveTo>
                    <a:pt x="0" y="166115"/>
                  </a:moveTo>
                  <a:lnTo>
                    <a:pt x="15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80634" y="1732533"/>
              <a:ext cx="168148" cy="178815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6352032" y="1007363"/>
            <a:ext cx="777240" cy="3219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430"/>
              </a:spcBef>
            </a:pPr>
            <a:r>
              <a:rPr sz="1200" spc="-10" dirty="0">
                <a:latin typeface="Times New Roman"/>
                <a:cs typeface="Times New Roman"/>
              </a:rPr>
              <a:t>Student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359652" y="2218944"/>
            <a:ext cx="777240" cy="3219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425"/>
              </a:spcBef>
            </a:pPr>
            <a:r>
              <a:rPr sz="1200" spc="-10" dirty="0">
                <a:latin typeface="Times New Roman"/>
                <a:cs typeface="Times New Roman"/>
              </a:rPr>
              <a:t>Student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6352032" y="1607819"/>
            <a:ext cx="767080" cy="376555"/>
          </a:xfrm>
          <a:custGeom>
            <a:avLst/>
            <a:gdLst/>
            <a:ahLst/>
            <a:cxnLst/>
            <a:rect l="l" t="t" r="r" b="b"/>
            <a:pathLst>
              <a:path w="767079" h="376555">
                <a:moveTo>
                  <a:pt x="0" y="188213"/>
                </a:moveTo>
                <a:lnTo>
                  <a:pt x="383286" y="0"/>
                </a:lnTo>
                <a:lnTo>
                  <a:pt x="766572" y="188213"/>
                </a:lnTo>
                <a:lnTo>
                  <a:pt x="383286" y="376427"/>
                </a:lnTo>
                <a:lnTo>
                  <a:pt x="0" y="18821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6503353" y="1693736"/>
            <a:ext cx="3803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enroll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6699250" y="958341"/>
            <a:ext cx="1384300" cy="1291590"/>
            <a:chOff x="6699250" y="958341"/>
            <a:chExt cx="1384300" cy="1291590"/>
          </a:xfrm>
        </p:grpSpPr>
        <p:sp>
          <p:nvSpPr>
            <p:cNvPr id="108" name="object 108"/>
            <p:cNvSpPr/>
            <p:nvPr/>
          </p:nvSpPr>
          <p:spPr>
            <a:xfrm>
              <a:off x="6705600" y="1328927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889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722364" y="1964436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889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459980" y="964691"/>
              <a:ext cx="574675" cy="220979"/>
            </a:xfrm>
            <a:custGeom>
              <a:avLst/>
              <a:gdLst/>
              <a:ahLst/>
              <a:cxnLst/>
              <a:rect l="l" t="t" r="r" b="b"/>
              <a:pathLst>
                <a:path w="574675" h="220980">
                  <a:moveTo>
                    <a:pt x="0" y="110489"/>
                  </a:moveTo>
                  <a:lnTo>
                    <a:pt x="29198" y="61898"/>
                  </a:lnTo>
                  <a:lnTo>
                    <a:pt x="63109" y="41383"/>
                  </a:lnTo>
                  <a:lnTo>
                    <a:pt x="107597" y="24272"/>
                  </a:lnTo>
                  <a:lnTo>
                    <a:pt x="160936" y="11230"/>
                  </a:lnTo>
                  <a:lnTo>
                    <a:pt x="221403" y="2918"/>
                  </a:lnTo>
                  <a:lnTo>
                    <a:pt x="287274" y="0"/>
                  </a:lnTo>
                  <a:lnTo>
                    <a:pt x="353144" y="2918"/>
                  </a:lnTo>
                  <a:lnTo>
                    <a:pt x="413611" y="11230"/>
                  </a:lnTo>
                  <a:lnTo>
                    <a:pt x="466950" y="24272"/>
                  </a:lnTo>
                  <a:lnTo>
                    <a:pt x="511438" y="41383"/>
                  </a:lnTo>
                  <a:lnTo>
                    <a:pt x="545349" y="61898"/>
                  </a:lnTo>
                  <a:lnTo>
                    <a:pt x="574548" y="110489"/>
                  </a:lnTo>
                  <a:lnTo>
                    <a:pt x="566961" y="135824"/>
                  </a:lnTo>
                  <a:lnTo>
                    <a:pt x="511438" y="179596"/>
                  </a:lnTo>
                  <a:lnTo>
                    <a:pt x="466950" y="196707"/>
                  </a:lnTo>
                  <a:lnTo>
                    <a:pt x="413611" y="209749"/>
                  </a:lnTo>
                  <a:lnTo>
                    <a:pt x="353144" y="218061"/>
                  </a:lnTo>
                  <a:lnTo>
                    <a:pt x="287274" y="220979"/>
                  </a:lnTo>
                  <a:lnTo>
                    <a:pt x="221403" y="218061"/>
                  </a:lnTo>
                  <a:lnTo>
                    <a:pt x="160936" y="209749"/>
                  </a:lnTo>
                  <a:lnTo>
                    <a:pt x="107597" y="196707"/>
                  </a:lnTo>
                  <a:lnTo>
                    <a:pt x="63109" y="179596"/>
                  </a:lnTo>
                  <a:lnTo>
                    <a:pt x="29198" y="159081"/>
                  </a:lnTo>
                  <a:lnTo>
                    <a:pt x="0" y="1104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502651" y="1245107"/>
              <a:ext cx="574675" cy="219710"/>
            </a:xfrm>
            <a:custGeom>
              <a:avLst/>
              <a:gdLst/>
              <a:ahLst/>
              <a:cxnLst/>
              <a:rect l="l" t="t" r="r" b="b"/>
              <a:pathLst>
                <a:path w="574675" h="219709">
                  <a:moveTo>
                    <a:pt x="0" y="109727"/>
                  </a:moveTo>
                  <a:lnTo>
                    <a:pt x="29198" y="61470"/>
                  </a:lnTo>
                  <a:lnTo>
                    <a:pt x="63109" y="41097"/>
                  </a:lnTo>
                  <a:lnTo>
                    <a:pt x="107597" y="24104"/>
                  </a:lnTo>
                  <a:lnTo>
                    <a:pt x="160936" y="11152"/>
                  </a:lnTo>
                  <a:lnTo>
                    <a:pt x="221403" y="2897"/>
                  </a:lnTo>
                  <a:lnTo>
                    <a:pt x="287274" y="0"/>
                  </a:lnTo>
                  <a:lnTo>
                    <a:pt x="353144" y="2897"/>
                  </a:lnTo>
                  <a:lnTo>
                    <a:pt x="413611" y="11152"/>
                  </a:lnTo>
                  <a:lnTo>
                    <a:pt x="466950" y="24104"/>
                  </a:lnTo>
                  <a:lnTo>
                    <a:pt x="511438" y="41097"/>
                  </a:lnTo>
                  <a:lnTo>
                    <a:pt x="545349" y="61470"/>
                  </a:lnTo>
                  <a:lnTo>
                    <a:pt x="574548" y="109727"/>
                  </a:lnTo>
                  <a:lnTo>
                    <a:pt x="566961" y="134888"/>
                  </a:lnTo>
                  <a:lnTo>
                    <a:pt x="511438" y="178358"/>
                  </a:lnTo>
                  <a:lnTo>
                    <a:pt x="466950" y="195351"/>
                  </a:lnTo>
                  <a:lnTo>
                    <a:pt x="413611" y="208303"/>
                  </a:lnTo>
                  <a:lnTo>
                    <a:pt x="353144" y="216558"/>
                  </a:lnTo>
                  <a:lnTo>
                    <a:pt x="287274" y="219455"/>
                  </a:lnTo>
                  <a:lnTo>
                    <a:pt x="221403" y="216558"/>
                  </a:lnTo>
                  <a:lnTo>
                    <a:pt x="160936" y="208303"/>
                  </a:lnTo>
                  <a:lnTo>
                    <a:pt x="107597" y="195351"/>
                  </a:lnTo>
                  <a:lnTo>
                    <a:pt x="63109" y="178358"/>
                  </a:lnTo>
                  <a:lnTo>
                    <a:pt x="29198" y="157985"/>
                  </a:lnTo>
                  <a:lnTo>
                    <a:pt x="0" y="10972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7598728" y="890777"/>
            <a:ext cx="414655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0">
              <a:lnSpc>
                <a:spcPct val="1441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sn </a:t>
            </a:r>
            <a:r>
              <a:rPr sz="1200" spc="-10" dirty="0">
                <a:latin typeface="Times New Roman"/>
                <a:cs typeface="Times New Roman"/>
              </a:rPr>
              <a:t>sname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7113778" y="1068069"/>
            <a:ext cx="986790" cy="1579880"/>
            <a:chOff x="7113778" y="1068069"/>
            <a:chExt cx="986790" cy="1579880"/>
          </a:xfrm>
        </p:grpSpPr>
        <p:sp>
          <p:nvSpPr>
            <p:cNvPr id="114" name="object 114"/>
            <p:cNvSpPr/>
            <p:nvPr/>
          </p:nvSpPr>
          <p:spPr>
            <a:xfrm>
              <a:off x="7120128" y="1074419"/>
              <a:ext cx="340360" cy="85725"/>
            </a:xfrm>
            <a:custGeom>
              <a:avLst/>
              <a:gdLst/>
              <a:ahLst/>
              <a:cxnLst/>
              <a:rect l="l" t="t" r="r" b="b"/>
              <a:pathLst>
                <a:path w="340359" h="85725">
                  <a:moveTo>
                    <a:pt x="0" y="85344"/>
                  </a:moveTo>
                  <a:lnTo>
                    <a:pt x="33985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120128" y="1142999"/>
              <a:ext cx="398145" cy="160020"/>
            </a:xfrm>
            <a:custGeom>
              <a:avLst/>
              <a:gdLst/>
              <a:ahLst/>
              <a:cxnLst/>
              <a:rect l="l" t="t" r="r" b="b"/>
              <a:pathLst>
                <a:path w="398145" h="160019">
                  <a:moveTo>
                    <a:pt x="0" y="0"/>
                  </a:moveTo>
                  <a:lnTo>
                    <a:pt x="397764" y="16002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476744" y="2141219"/>
              <a:ext cx="574675" cy="220979"/>
            </a:xfrm>
            <a:custGeom>
              <a:avLst/>
              <a:gdLst/>
              <a:ahLst/>
              <a:cxnLst/>
              <a:rect l="l" t="t" r="r" b="b"/>
              <a:pathLst>
                <a:path w="574675" h="220980">
                  <a:moveTo>
                    <a:pt x="0" y="110489"/>
                  </a:moveTo>
                  <a:lnTo>
                    <a:pt x="29198" y="61898"/>
                  </a:lnTo>
                  <a:lnTo>
                    <a:pt x="63109" y="41383"/>
                  </a:lnTo>
                  <a:lnTo>
                    <a:pt x="107597" y="24272"/>
                  </a:lnTo>
                  <a:lnTo>
                    <a:pt x="160936" y="11230"/>
                  </a:lnTo>
                  <a:lnTo>
                    <a:pt x="221403" y="2918"/>
                  </a:lnTo>
                  <a:lnTo>
                    <a:pt x="287274" y="0"/>
                  </a:lnTo>
                  <a:lnTo>
                    <a:pt x="353144" y="2918"/>
                  </a:lnTo>
                  <a:lnTo>
                    <a:pt x="413611" y="11230"/>
                  </a:lnTo>
                  <a:lnTo>
                    <a:pt x="466950" y="24272"/>
                  </a:lnTo>
                  <a:lnTo>
                    <a:pt x="511438" y="41383"/>
                  </a:lnTo>
                  <a:lnTo>
                    <a:pt x="545349" y="61898"/>
                  </a:lnTo>
                  <a:lnTo>
                    <a:pt x="574548" y="110489"/>
                  </a:lnTo>
                  <a:lnTo>
                    <a:pt x="566961" y="135824"/>
                  </a:lnTo>
                  <a:lnTo>
                    <a:pt x="511438" y="179596"/>
                  </a:lnTo>
                  <a:lnTo>
                    <a:pt x="466950" y="196707"/>
                  </a:lnTo>
                  <a:lnTo>
                    <a:pt x="413611" y="209749"/>
                  </a:lnTo>
                  <a:lnTo>
                    <a:pt x="353144" y="218061"/>
                  </a:lnTo>
                  <a:lnTo>
                    <a:pt x="287274" y="220979"/>
                  </a:lnTo>
                  <a:lnTo>
                    <a:pt x="221403" y="218061"/>
                  </a:lnTo>
                  <a:lnTo>
                    <a:pt x="160936" y="209749"/>
                  </a:lnTo>
                  <a:lnTo>
                    <a:pt x="107597" y="196707"/>
                  </a:lnTo>
                  <a:lnTo>
                    <a:pt x="63109" y="179596"/>
                  </a:lnTo>
                  <a:lnTo>
                    <a:pt x="29198" y="159081"/>
                  </a:lnTo>
                  <a:lnTo>
                    <a:pt x="0" y="11048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519416" y="2421636"/>
              <a:ext cx="574675" cy="219710"/>
            </a:xfrm>
            <a:custGeom>
              <a:avLst/>
              <a:gdLst/>
              <a:ahLst/>
              <a:cxnLst/>
              <a:rect l="l" t="t" r="r" b="b"/>
              <a:pathLst>
                <a:path w="574675" h="219710">
                  <a:moveTo>
                    <a:pt x="0" y="109727"/>
                  </a:moveTo>
                  <a:lnTo>
                    <a:pt x="29198" y="61470"/>
                  </a:lnTo>
                  <a:lnTo>
                    <a:pt x="63109" y="41097"/>
                  </a:lnTo>
                  <a:lnTo>
                    <a:pt x="107597" y="24104"/>
                  </a:lnTo>
                  <a:lnTo>
                    <a:pt x="160936" y="11152"/>
                  </a:lnTo>
                  <a:lnTo>
                    <a:pt x="221403" y="2897"/>
                  </a:lnTo>
                  <a:lnTo>
                    <a:pt x="287274" y="0"/>
                  </a:lnTo>
                  <a:lnTo>
                    <a:pt x="353144" y="2897"/>
                  </a:lnTo>
                  <a:lnTo>
                    <a:pt x="413611" y="11152"/>
                  </a:lnTo>
                  <a:lnTo>
                    <a:pt x="466950" y="24104"/>
                  </a:lnTo>
                  <a:lnTo>
                    <a:pt x="511438" y="41097"/>
                  </a:lnTo>
                  <a:lnTo>
                    <a:pt x="545349" y="61470"/>
                  </a:lnTo>
                  <a:lnTo>
                    <a:pt x="574548" y="109727"/>
                  </a:lnTo>
                  <a:lnTo>
                    <a:pt x="566961" y="134888"/>
                  </a:lnTo>
                  <a:lnTo>
                    <a:pt x="511438" y="178358"/>
                  </a:lnTo>
                  <a:lnTo>
                    <a:pt x="466950" y="195351"/>
                  </a:lnTo>
                  <a:lnTo>
                    <a:pt x="413611" y="208303"/>
                  </a:lnTo>
                  <a:lnTo>
                    <a:pt x="353144" y="216558"/>
                  </a:lnTo>
                  <a:lnTo>
                    <a:pt x="287274" y="219455"/>
                  </a:lnTo>
                  <a:lnTo>
                    <a:pt x="221403" y="216558"/>
                  </a:lnTo>
                  <a:lnTo>
                    <a:pt x="160936" y="208303"/>
                  </a:lnTo>
                  <a:lnTo>
                    <a:pt x="107597" y="195351"/>
                  </a:lnTo>
                  <a:lnTo>
                    <a:pt x="63109" y="178358"/>
                  </a:lnTo>
                  <a:lnTo>
                    <a:pt x="29198" y="157985"/>
                  </a:lnTo>
                  <a:lnTo>
                    <a:pt x="0" y="10972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7616190" y="2067116"/>
            <a:ext cx="422275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0">
              <a:lnSpc>
                <a:spcPct val="1441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cn </a:t>
            </a:r>
            <a:r>
              <a:rPr sz="1200" spc="-20" dirty="0">
                <a:latin typeface="Times New Roman"/>
                <a:cs typeface="Times New Roman"/>
              </a:rPr>
              <a:t>cname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7130542" y="2244598"/>
            <a:ext cx="412115" cy="241300"/>
            <a:chOff x="7130542" y="2244598"/>
            <a:chExt cx="412115" cy="241300"/>
          </a:xfrm>
        </p:grpSpPr>
        <p:sp>
          <p:nvSpPr>
            <p:cNvPr id="120" name="object 120"/>
            <p:cNvSpPr/>
            <p:nvPr/>
          </p:nvSpPr>
          <p:spPr>
            <a:xfrm>
              <a:off x="7136892" y="2250948"/>
              <a:ext cx="340360" cy="85725"/>
            </a:xfrm>
            <a:custGeom>
              <a:avLst/>
              <a:gdLst/>
              <a:ahLst/>
              <a:cxnLst/>
              <a:rect l="l" t="t" r="r" b="b"/>
              <a:pathLst>
                <a:path w="340359" h="85725">
                  <a:moveTo>
                    <a:pt x="0" y="85344"/>
                  </a:moveTo>
                  <a:lnTo>
                    <a:pt x="33985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136892" y="2319528"/>
              <a:ext cx="399415" cy="160020"/>
            </a:xfrm>
            <a:custGeom>
              <a:avLst/>
              <a:gdLst/>
              <a:ahLst/>
              <a:cxnLst/>
              <a:rect l="l" t="t" r="r" b="b"/>
              <a:pathLst>
                <a:path w="399415" h="160019">
                  <a:moveTo>
                    <a:pt x="0" y="0"/>
                  </a:moveTo>
                  <a:lnTo>
                    <a:pt x="399288" y="1600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3578097" y="3357117"/>
            <a:ext cx="2090420" cy="1306830"/>
            <a:chOff x="3578097" y="3357117"/>
            <a:chExt cx="2090420" cy="1306830"/>
          </a:xfrm>
        </p:grpSpPr>
        <p:sp>
          <p:nvSpPr>
            <p:cNvPr id="123" name="object 123"/>
            <p:cNvSpPr/>
            <p:nvPr/>
          </p:nvSpPr>
          <p:spPr>
            <a:xfrm>
              <a:off x="4357115" y="3686555"/>
              <a:ext cx="119380" cy="970915"/>
            </a:xfrm>
            <a:custGeom>
              <a:avLst/>
              <a:gdLst/>
              <a:ahLst/>
              <a:cxnLst/>
              <a:rect l="l" t="t" r="r" b="b"/>
              <a:pathLst>
                <a:path w="119379" h="970914">
                  <a:moveTo>
                    <a:pt x="0" y="0"/>
                  </a:moveTo>
                  <a:lnTo>
                    <a:pt x="118872" y="0"/>
                  </a:lnTo>
                  <a:lnTo>
                    <a:pt x="118872" y="370332"/>
                  </a:lnTo>
                  <a:lnTo>
                    <a:pt x="0" y="370332"/>
                  </a:lnTo>
                  <a:lnTo>
                    <a:pt x="0" y="0"/>
                  </a:lnTo>
                  <a:close/>
                </a:path>
                <a:path w="119379" h="970914">
                  <a:moveTo>
                    <a:pt x="0" y="600456"/>
                  </a:moveTo>
                  <a:lnTo>
                    <a:pt x="118872" y="600456"/>
                  </a:lnTo>
                  <a:lnTo>
                    <a:pt x="118872" y="970788"/>
                  </a:lnTo>
                  <a:lnTo>
                    <a:pt x="0" y="970788"/>
                  </a:lnTo>
                  <a:lnTo>
                    <a:pt x="0" y="6004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415027" y="4056887"/>
              <a:ext cx="1905" cy="230504"/>
            </a:xfrm>
            <a:custGeom>
              <a:avLst/>
              <a:gdLst/>
              <a:ahLst/>
              <a:cxnLst/>
              <a:rect l="l" t="t" r="r" b="b"/>
              <a:pathLst>
                <a:path w="1904" h="230504">
                  <a:moveTo>
                    <a:pt x="0" y="0"/>
                  </a:moveTo>
                  <a:lnTo>
                    <a:pt x="1524" y="2301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058411" y="3363467"/>
              <a:ext cx="655320" cy="155575"/>
            </a:xfrm>
            <a:custGeom>
              <a:avLst/>
              <a:gdLst/>
              <a:ahLst/>
              <a:cxnLst/>
              <a:rect l="l" t="t" r="r" b="b"/>
              <a:pathLst>
                <a:path w="655320" h="155575">
                  <a:moveTo>
                    <a:pt x="0" y="0"/>
                  </a:moveTo>
                  <a:lnTo>
                    <a:pt x="655320" y="0"/>
                  </a:lnTo>
                  <a:lnTo>
                    <a:pt x="655320" y="155448"/>
                  </a:lnTo>
                  <a:lnTo>
                    <a:pt x="0" y="15544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178554" y="3538067"/>
              <a:ext cx="492125" cy="6350"/>
            </a:xfrm>
            <a:custGeom>
              <a:avLst/>
              <a:gdLst/>
              <a:ahLst/>
              <a:cxnLst/>
              <a:rect l="l" t="t" r="r" b="b"/>
              <a:pathLst>
                <a:path w="492125" h="6350">
                  <a:moveTo>
                    <a:pt x="491794" y="0"/>
                  </a:moveTo>
                  <a:lnTo>
                    <a:pt x="405676" y="0"/>
                  </a:lnTo>
                  <a:lnTo>
                    <a:pt x="192024" y="0"/>
                  </a:lnTo>
                  <a:lnTo>
                    <a:pt x="147358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147358" y="6096"/>
                  </a:lnTo>
                  <a:lnTo>
                    <a:pt x="192024" y="6096"/>
                  </a:lnTo>
                  <a:lnTo>
                    <a:pt x="491794" y="6096"/>
                  </a:lnTo>
                  <a:lnTo>
                    <a:pt x="4917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415027" y="3502151"/>
              <a:ext cx="1905" cy="184785"/>
            </a:xfrm>
            <a:custGeom>
              <a:avLst/>
              <a:gdLst/>
              <a:ahLst/>
              <a:cxnLst/>
              <a:rect l="l" t="t" r="r" b="b"/>
              <a:pathLst>
                <a:path w="1904" h="184785">
                  <a:moveTo>
                    <a:pt x="0" y="0"/>
                  </a:moveTo>
                  <a:lnTo>
                    <a:pt x="1524" y="18440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643883" y="3640835"/>
              <a:ext cx="1905" cy="969644"/>
            </a:xfrm>
            <a:custGeom>
              <a:avLst/>
              <a:gdLst/>
              <a:ahLst/>
              <a:cxnLst/>
              <a:rect l="l" t="t" r="r" b="b"/>
              <a:pathLst>
                <a:path w="1904" h="969645">
                  <a:moveTo>
                    <a:pt x="0" y="0"/>
                  </a:moveTo>
                  <a:lnTo>
                    <a:pt x="1524" y="96926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78097" y="3450081"/>
              <a:ext cx="131572" cy="197104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3643883" y="3732275"/>
              <a:ext cx="713740" cy="1905"/>
            </a:xfrm>
            <a:custGeom>
              <a:avLst/>
              <a:gdLst/>
              <a:ahLst/>
              <a:cxnLst/>
              <a:rect l="l" t="t" r="r" b="b"/>
              <a:pathLst>
                <a:path w="713739" h="1904">
                  <a:moveTo>
                    <a:pt x="0" y="0"/>
                  </a:moveTo>
                  <a:lnTo>
                    <a:pt x="713232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279391" y="3703319"/>
              <a:ext cx="78105" cy="59690"/>
            </a:xfrm>
            <a:custGeom>
              <a:avLst/>
              <a:gdLst/>
              <a:ahLst/>
              <a:cxnLst/>
              <a:rect l="l" t="t" r="r" b="b"/>
              <a:pathLst>
                <a:path w="78104" h="59689">
                  <a:moveTo>
                    <a:pt x="0" y="59435"/>
                  </a:moveTo>
                  <a:lnTo>
                    <a:pt x="77724" y="29476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186171" y="3686555"/>
              <a:ext cx="120650" cy="970915"/>
            </a:xfrm>
            <a:custGeom>
              <a:avLst/>
              <a:gdLst/>
              <a:ahLst/>
              <a:cxnLst/>
              <a:rect l="l" t="t" r="r" b="b"/>
              <a:pathLst>
                <a:path w="120650" h="970914">
                  <a:moveTo>
                    <a:pt x="0" y="0"/>
                  </a:moveTo>
                  <a:lnTo>
                    <a:pt x="120396" y="0"/>
                  </a:lnTo>
                  <a:lnTo>
                    <a:pt x="120396" y="370332"/>
                  </a:lnTo>
                  <a:lnTo>
                    <a:pt x="0" y="370332"/>
                  </a:lnTo>
                  <a:lnTo>
                    <a:pt x="0" y="0"/>
                  </a:lnTo>
                  <a:close/>
                </a:path>
                <a:path w="120650" h="970914">
                  <a:moveTo>
                    <a:pt x="0" y="600456"/>
                  </a:moveTo>
                  <a:lnTo>
                    <a:pt x="120396" y="600456"/>
                  </a:lnTo>
                  <a:lnTo>
                    <a:pt x="120396" y="970788"/>
                  </a:lnTo>
                  <a:lnTo>
                    <a:pt x="0" y="970788"/>
                  </a:lnTo>
                  <a:lnTo>
                    <a:pt x="0" y="6004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245607" y="4056887"/>
              <a:ext cx="1905" cy="230504"/>
            </a:xfrm>
            <a:custGeom>
              <a:avLst/>
              <a:gdLst/>
              <a:ahLst/>
              <a:cxnLst/>
              <a:rect l="l" t="t" r="r" b="b"/>
              <a:pathLst>
                <a:path w="1904" h="230504">
                  <a:moveTo>
                    <a:pt x="0" y="0"/>
                  </a:moveTo>
                  <a:lnTo>
                    <a:pt x="1524" y="2301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245607" y="3502151"/>
              <a:ext cx="1905" cy="184785"/>
            </a:xfrm>
            <a:custGeom>
              <a:avLst/>
              <a:gdLst/>
              <a:ahLst/>
              <a:cxnLst/>
              <a:rect l="l" t="t" r="r" b="b"/>
              <a:pathLst>
                <a:path w="1904" h="184785">
                  <a:moveTo>
                    <a:pt x="0" y="0"/>
                  </a:moveTo>
                  <a:lnTo>
                    <a:pt x="1524" y="18440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890515" y="3363467"/>
              <a:ext cx="654050" cy="155575"/>
            </a:xfrm>
            <a:custGeom>
              <a:avLst/>
              <a:gdLst/>
              <a:ahLst/>
              <a:cxnLst/>
              <a:rect l="l" t="t" r="r" b="b"/>
              <a:pathLst>
                <a:path w="654050" h="155575">
                  <a:moveTo>
                    <a:pt x="0" y="0"/>
                  </a:moveTo>
                  <a:lnTo>
                    <a:pt x="653796" y="0"/>
                  </a:lnTo>
                  <a:lnTo>
                    <a:pt x="653796" y="155448"/>
                  </a:lnTo>
                  <a:lnTo>
                    <a:pt x="0" y="155448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024145" y="3538067"/>
              <a:ext cx="458470" cy="6350"/>
            </a:xfrm>
            <a:custGeom>
              <a:avLst/>
              <a:gdLst/>
              <a:ahLst/>
              <a:cxnLst/>
              <a:rect l="l" t="t" r="r" b="b"/>
              <a:pathLst>
                <a:path w="458470" h="6350">
                  <a:moveTo>
                    <a:pt x="458304" y="0"/>
                  </a:moveTo>
                  <a:lnTo>
                    <a:pt x="458304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127596" y="6096"/>
                  </a:lnTo>
                  <a:lnTo>
                    <a:pt x="161544" y="6096"/>
                  </a:lnTo>
                  <a:lnTo>
                    <a:pt x="458304" y="6096"/>
                  </a:lnTo>
                  <a:lnTo>
                    <a:pt x="458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474463" y="3732275"/>
              <a:ext cx="711835" cy="1905"/>
            </a:xfrm>
            <a:custGeom>
              <a:avLst/>
              <a:gdLst/>
              <a:ahLst/>
              <a:cxnLst/>
              <a:rect l="l" t="t" r="r" b="b"/>
              <a:pathLst>
                <a:path w="711835" h="1904">
                  <a:moveTo>
                    <a:pt x="0" y="0"/>
                  </a:moveTo>
                  <a:lnTo>
                    <a:pt x="711708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109971" y="3703319"/>
              <a:ext cx="76200" cy="59690"/>
            </a:xfrm>
            <a:custGeom>
              <a:avLst/>
              <a:gdLst/>
              <a:ahLst/>
              <a:cxnLst/>
              <a:rect l="l" t="t" r="r" b="b"/>
              <a:pathLst>
                <a:path w="76200" h="59689">
                  <a:moveTo>
                    <a:pt x="0" y="59435"/>
                  </a:moveTo>
                  <a:lnTo>
                    <a:pt x="76200" y="29476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305043" y="3732275"/>
              <a:ext cx="356870" cy="1905"/>
            </a:xfrm>
            <a:custGeom>
              <a:avLst/>
              <a:gdLst/>
              <a:ahLst/>
              <a:cxnLst/>
              <a:rect l="l" t="t" r="r" b="b"/>
              <a:pathLst>
                <a:path w="356870" h="1904">
                  <a:moveTo>
                    <a:pt x="0" y="0"/>
                  </a:moveTo>
                  <a:lnTo>
                    <a:pt x="356616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585459" y="3703319"/>
              <a:ext cx="76200" cy="59690"/>
            </a:xfrm>
            <a:custGeom>
              <a:avLst/>
              <a:gdLst/>
              <a:ahLst/>
              <a:cxnLst/>
              <a:rect l="l" t="t" r="r" b="b"/>
              <a:pathLst>
                <a:path w="76200" h="59689">
                  <a:moveTo>
                    <a:pt x="0" y="59435"/>
                  </a:moveTo>
                  <a:lnTo>
                    <a:pt x="76200" y="29476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643883" y="4332731"/>
              <a:ext cx="713740" cy="1905"/>
            </a:xfrm>
            <a:custGeom>
              <a:avLst/>
              <a:gdLst/>
              <a:ahLst/>
              <a:cxnLst/>
              <a:rect l="l" t="t" r="r" b="b"/>
              <a:pathLst>
                <a:path w="713739" h="1904">
                  <a:moveTo>
                    <a:pt x="0" y="0"/>
                  </a:moveTo>
                  <a:lnTo>
                    <a:pt x="713232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279391" y="4302251"/>
              <a:ext cx="78105" cy="60960"/>
            </a:xfrm>
            <a:custGeom>
              <a:avLst/>
              <a:gdLst/>
              <a:ahLst/>
              <a:cxnLst/>
              <a:rect l="l" t="t" r="r" b="b"/>
              <a:pathLst>
                <a:path w="78104" h="60960">
                  <a:moveTo>
                    <a:pt x="0" y="60960"/>
                  </a:moveTo>
                  <a:lnTo>
                    <a:pt x="77724" y="29997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474463" y="4332731"/>
              <a:ext cx="711835" cy="1905"/>
            </a:xfrm>
            <a:custGeom>
              <a:avLst/>
              <a:gdLst/>
              <a:ahLst/>
              <a:cxnLst/>
              <a:rect l="l" t="t" r="r" b="b"/>
              <a:pathLst>
                <a:path w="711835" h="1904">
                  <a:moveTo>
                    <a:pt x="0" y="0"/>
                  </a:moveTo>
                  <a:lnTo>
                    <a:pt x="711708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109971" y="4302251"/>
              <a:ext cx="76200" cy="60960"/>
            </a:xfrm>
            <a:custGeom>
              <a:avLst/>
              <a:gdLst/>
              <a:ahLst/>
              <a:cxnLst/>
              <a:rect l="l" t="t" r="r" b="b"/>
              <a:pathLst>
                <a:path w="76200" h="60960">
                  <a:moveTo>
                    <a:pt x="0" y="60960"/>
                  </a:moveTo>
                  <a:lnTo>
                    <a:pt x="76200" y="29997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305043" y="4332731"/>
              <a:ext cx="356870" cy="1905"/>
            </a:xfrm>
            <a:custGeom>
              <a:avLst/>
              <a:gdLst/>
              <a:ahLst/>
              <a:cxnLst/>
              <a:rect l="l" t="t" r="r" b="b"/>
              <a:pathLst>
                <a:path w="356870" h="1904">
                  <a:moveTo>
                    <a:pt x="0" y="0"/>
                  </a:moveTo>
                  <a:lnTo>
                    <a:pt x="356616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585459" y="4302251"/>
              <a:ext cx="76200" cy="60960"/>
            </a:xfrm>
            <a:custGeom>
              <a:avLst/>
              <a:gdLst/>
              <a:ahLst/>
              <a:cxnLst/>
              <a:rect l="l" t="t" r="r" b="b"/>
              <a:pathLst>
                <a:path w="76200" h="60960">
                  <a:moveTo>
                    <a:pt x="0" y="60960"/>
                  </a:moveTo>
                  <a:lnTo>
                    <a:pt x="76200" y="29997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474463" y="3963923"/>
              <a:ext cx="711835" cy="1905"/>
            </a:xfrm>
            <a:custGeom>
              <a:avLst/>
              <a:gdLst/>
              <a:ahLst/>
              <a:cxnLst/>
              <a:rect l="l" t="t" r="r" b="b"/>
              <a:pathLst>
                <a:path w="711835" h="1904">
                  <a:moveTo>
                    <a:pt x="711708" y="0"/>
                  </a:moveTo>
                  <a:lnTo>
                    <a:pt x="0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474463" y="3933443"/>
              <a:ext cx="78105" cy="59690"/>
            </a:xfrm>
            <a:custGeom>
              <a:avLst/>
              <a:gdLst/>
              <a:ahLst/>
              <a:cxnLst/>
              <a:rect l="l" t="t" r="r" b="b"/>
              <a:pathLst>
                <a:path w="78104" h="59689">
                  <a:moveTo>
                    <a:pt x="77724" y="0"/>
                  </a:moveTo>
                  <a:lnTo>
                    <a:pt x="0" y="30187"/>
                  </a:lnTo>
                  <a:lnTo>
                    <a:pt x="77724" y="594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643883" y="3963923"/>
              <a:ext cx="713740" cy="1905"/>
            </a:xfrm>
            <a:custGeom>
              <a:avLst/>
              <a:gdLst/>
              <a:ahLst/>
              <a:cxnLst/>
              <a:rect l="l" t="t" r="r" b="b"/>
              <a:pathLst>
                <a:path w="713739" h="1904">
                  <a:moveTo>
                    <a:pt x="713232" y="0"/>
                  </a:moveTo>
                  <a:lnTo>
                    <a:pt x="0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643883" y="3933443"/>
              <a:ext cx="78105" cy="59690"/>
            </a:xfrm>
            <a:custGeom>
              <a:avLst/>
              <a:gdLst/>
              <a:ahLst/>
              <a:cxnLst/>
              <a:rect l="l" t="t" r="r" b="b"/>
              <a:pathLst>
                <a:path w="78104" h="59689">
                  <a:moveTo>
                    <a:pt x="77724" y="0"/>
                  </a:moveTo>
                  <a:lnTo>
                    <a:pt x="0" y="30187"/>
                  </a:lnTo>
                  <a:lnTo>
                    <a:pt x="77724" y="594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643883" y="4610100"/>
              <a:ext cx="713740" cy="1905"/>
            </a:xfrm>
            <a:custGeom>
              <a:avLst/>
              <a:gdLst/>
              <a:ahLst/>
              <a:cxnLst/>
              <a:rect l="l" t="t" r="r" b="b"/>
              <a:pathLst>
                <a:path w="713739" h="1904">
                  <a:moveTo>
                    <a:pt x="713232" y="0"/>
                  </a:moveTo>
                  <a:lnTo>
                    <a:pt x="0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643883" y="4579619"/>
              <a:ext cx="78105" cy="59690"/>
            </a:xfrm>
            <a:custGeom>
              <a:avLst/>
              <a:gdLst/>
              <a:ahLst/>
              <a:cxnLst/>
              <a:rect l="l" t="t" r="r" b="b"/>
              <a:pathLst>
                <a:path w="78104" h="59689">
                  <a:moveTo>
                    <a:pt x="77724" y="0"/>
                  </a:moveTo>
                  <a:lnTo>
                    <a:pt x="0" y="30187"/>
                  </a:lnTo>
                  <a:lnTo>
                    <a:pt x="77724" y="594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474463" y="4610100"/>
              <a:ext cx="711835" cy="1905"/>
            </a:xfrm>
            <a:custGeom>
              <a:avLst/>
              <a:gdLst/>
              <a:ahLst/>
              <a:cxnLst/>
              <a:rect l="l" t="t" r="r" b="b"/>
              <a:pathLst>
                <a:path w="711835" h="1904">
                  <a:moveTo>
                    <a:pt x="711708" y="0"/>
                  </a:moveTo>
                  <a:lnTo>
                    <a:pt x="0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474463" y="4579619"/>
              <a:ext cx="78105" cy="59690"/>
            </a:xfrm>
            <a:custGeom>
              <a:avLst/>
              <a:gdLst/>
              <a:ahLst/>
              <a:cxnLst/>
              <a:rect l="l" t="t" r="r" b="b"/>
              <a:pathLst>
                <a:path w="78104" h="59689">
                  <a:moveTo>
                    <a:pt x="77724" y="0"/>
                  </a:moveTo>
                  <a:lnTo>
                    <a:pt x="0" y="30187"/>
                  </a:lnTo>
                  <a:lnTo>
                    <a:pt x="77724" y="594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305043" y="3963923"/>
              <a:ext cx="356870" cy="1905"/>
            </a:xfrm>
            <a:custGeom>
              <a:avLst/>
              <a:gdLst/>
              <a:ahLst/>
              <a:cxnLst/>
              <a:rect l="l" t="t" r="r" b="b"/>
              <a:pathLst>
                <a:path w="356870" h="1904">
                  <a:moveTo>
                    <a:pt x="0" y="0"/>
                  </a:moveTo>
                  <a:lnTo>
                    <a:pt x="356616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305043" y="3933443"/>
              <a:ext cx="76200" cy="59690"/>
            </a:xfrm>
            <a:custGeom>
              <a:avLst/>
              <a:gdLst/>
              <a:ahLst/>
              <a:cxnLst/>
              <a:rect l="l" t="t" r="r" b="b"/>
              <a:pathLst>
                <a:path w="76200" h="59689">
                  <a:moveTo>
                    <a:pt x="76200" y="0"/>
                  </a:moveTo>
                  <a:lnTo>
                    <a:pt x="0" y="30187"/>
                  </a:lnTo>
                  <a:lnTo>
                    <a:pt x="76200" y="594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5305043" y="4610100"/>
              <a:ext cx="356870" cy="1905"/>
            </a:xfrm>
            <a:custGeom>
              <a:avLst/>
              <a:gdLst/>
              <a:ahLst/>
              <a:cxnLst/>
              <a:rect l="l" t="t" r="r" b="b"/>
              <a:pathLst>
                <a:path w="356870" h="1904">
                  <a:moveTo>
                    <a:pt x="0" y="0"/>
                  </a:moveTo>
                  <a:lnTo>
                    <a:pt x="356616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5305043" y="4579619"/>
              <a:ext cx="76200" cy="59690"/>
            </a:xfrm>
            <a:custGeom>
              <a:avLst/>
              <a:gdLst/>
              <a:ahLst/>
              <a:cxnLst/>
              <a:rect l="l" t="t" r="r" b="b"/>
              <a:pathLst>
                <a:path w="76200" h="59689">
                  <a:moveTo>
                    <a:pt x="76200" y="0"/>
                  </a:moveTo>
                  <a:lnTo>
                    <a:pt x="0" y="30187"/>
                  </a:lnTo>
                  <a:lnTo>
                    <a:pt x="76200" y="594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610099" y="3595115"/>
              <a:ext cx="459105" cy="139065"/>
            </a:xfrm>
            <a:custGeom>
              <a:avLst/>
              <a:gdLst/>
              <a:ahLst/>
              <a:cxnLst/>
              <a:rect l="l" t="t" r="r" b="b"/>
              <a:pathLst>
                <a:path w="459104" h="139064">
                  <a:moveTo>
                    <a:pt x="0" y="0"/>
                  </a:moveTo>
                  <a:lnTo>
                    <a:pt x="458724" y="0"/>
                  </a:lnTo>
                  <a:lnTo>
                    <a:pt x="458724" y="138683"/>
                  </a:lnTo>
                  <a:lnTo>
                    <a:pt x="0" y="13868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3568801" y="2805367"/>
            <a:ext cx="2359025" cy="967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6445">
              <a:lnSpc>
                <a:spcPts val="155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Domain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model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2030"/>
              </a:lnSpc>
            </a:pPr>
            <a:r>
              <a:rPr sz="1800" dirty="0">
                <a:latin typeface="Times New Roman"/>
                <a:cs typeface="Times New Roman"/>
              </a:rPr>
              <a:t>Object-Oriented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609600">
              <a:lnSpc>
                <a:spcPct val="100000"/>
              </a:lnSpc>
              <a:spcBef>
                <a:spcPts val="975"/>
              </a:spcBef>
              <a:tabLst>
                <a:tab pos="1454785" algn="l"/>
              </a:tabLst>
            </a:pPr>
            <a:r>
              <a:rPr sz="1000" spc="-20" dirty="0">
                <a:latin typeface="Times New Roman"/>
                <a:cs typeface="Times New Roman"/>
              </a:rPr>
              <a:t>Obj: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</a:t>
            </a:r>
            <a:r>
              <a:rPr sz="1000" dirty="0">
                <a:latin typeface="Times New Roman"/>
                <a:cs typeface="Times New Roman"/>
              </a:rPr>
              <a:t>	b</a:t>
            </a:r>
            <a:r>
              <a:rPr sz="1000" spc="-10" dirty="0">
                <a:latin typeface="Times New Roman"/>
                <a:cs typeface="Times New Roman"/>
              </a:rPr>
              <a:t> :Bclass</a:t>
            </a:r>
            <a:endParaRPr sz="1000">
              <a:latin typeface="Times New Roman"/>
              <a:cs typeface="Times New Roman"/>
            </a:endParaRPr>
          </a:p>
          <a:p>
            <a:pPr marL="340995">
              <a:lnSpc>
                <a:spcPct val="100000"/>
              </a:lnSpc>
              <a:spcBef>
                <a:spcPts val="575"/>
              </a:spcBef>
              <a:tabLst>
                <a:tab pos="1114425" algn="l"/>
                <a:tab pos="1826895" algn="l"/>
              </a:tabLst>
            </a:pPr>
            <a:r>
              <a:rPr sz="900" dirty="0">
                <a:latin typeface="Times New Roman"/>
                <a:cs typeface="Times New Roman"/>
              </a:rPr>
              <a:t>m1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r>
              <a:rPr sz="900" dirty="0">
                <a:latin typeface="Times New Roman"/>
                <a:cs typeface="Times New Roman"/>
              </a:rPr>
              <a:t>	m2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r>
              <a:rPr sz="900" dirty="0">
                <a:latin typeface="Times New Roman"/>
                <a:cs typeface="Times New Roman"/>
              </a:rPr>
              <a:t>	m3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5364560" y="3980212"/>
            <a:ext cx="304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m4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4711221" y="3980212"/>
            <a:ext cx="304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m5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3998674" y="3980212"/>
            <a:ext cx="207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Times New Roman"/>
                <a:cs typeface="Times New Roman"/>
              </a:rPr>
              <a:t>info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3880031" y="4210298"/>
            <a:ext cx="304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m6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670759" y="4210298"/>
            <a:ext cx="304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m7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5364445" y="4210298"/>
            <a:ext cx="304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m8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644925" y="4626236"/>
            <a:ext cx="2215515" cy="169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  <a:tabLst>
                <a:tab pos="1731645" algn="l"/>
              </a:tabLst>
            </a:pPr>
            <a:r>
              <a:rPr sz="900" dirty="0">
                <a:latin typeface="Times New Roman"/>
                <a:cs typeface="Times New Roman"/>
              </a:rPr>
              <a:t>m10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r>
              <a:rPr sz="900" dirty="0">
                <a:latin typeface="Times New Roman"/>
                <a:cs typeface="Times New Roman"/>
              </a:rPr>
              <a:t>	m9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  <a:p>
            <a:pPr marL="657225">
              <a:lnSpc>
                <a:spcPts val="137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10" dirty="0">
                <a:latin typeface="Times New Roman"/>
                <a:cs typeface="Times New Roman"/>
              </a:rPr>
              <a:t> diagram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ts val="2090"/>
              </a:lnSpc>
            </a:pPr>
            <a:r>
              <a:rPr sz="1800" dirty="0">
                <a:latin typeface="Times New Roman"/>
                <a:cs typeface="Times New Roman"/>
              </a:rPr>
              <a:t>Object-Oriented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  <a:p>
            <a:pPr marL="447675" marR="441325" algn="ctr">
              <a:lnSpc>
                <a:spcPct val="100000"/>
              </a:lnSpc>
              <a:spcBef>
                <a:spcPts val="1470"/>
              </a:spcBef>
            </a:pPr>
            <a:r>
              <a:rPr sz="1600" spc="-10" dirty="0">
                <a:latin typeface="Times New Roman"/>
                <a:cs typeface="Times New Roman"/>
              </a:rPr>
              <a:t>Object-Oriented Programming</a:t>
            </a:r>
            <a:endParaRPr sz="160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  <a:spcBef>
                <a:spcPts val="844"/>
              </a:spcBef>
            </a:pPr>
            <a:r>
              <a:rPr sz="2000" dirty="0">
                <a:latin typeface="Times New Roman"/>
                <a:cs typeface="Times New Roman"/>
              </a:rPr>
              <a:t>OO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Paradigm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728980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Some</a:t>
            </a:r>
            <a:r>
              <a:rPr lang="en-US" sz="4000" kern="1200" spc="-9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Well-</a:t>
            </a:r>
            <a:r>
              <a:rPr lang="en-US" sz="4000" kern="1200" spc="-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Known</a:t>
            </a:r>
            <a:r>
              <a:rPr lang="en-US" sz="4000" kern="1200" spc="-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Methods (Methodologies)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5600" marR="5080" indent="-228600" algn="l" rtl="0">
              <a:lnSpc>
                <a:spcPct val="9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sz="21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 (DSDM)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76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Extreme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Programming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(XP)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spcBef>
                <a:spcPts val="765"/>
              </a:spcBef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Crystal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82654" y="2330200"/>
            <a:ext cx="231775" cy="934719"/>
            <a:chOff x="5082654" y="2330200"/>
            <a:chExt cx="231775" cy="934719"/>
          </a:xfrm>
        </p:grpSpPr>
        <p:sp>
          <p:nvSpPr>
            <p:cNvPr id="3" name="object 3"/>
            <p:cNvSpPr/>
            <p:nvPr/>
          </p:nvSpPr>
          <p:spPr>
            <a:xfrm>
              <a:off x="5087416" y="2362199"/>
              <a:ext cx="222250" cy="897890"/>
            </a:xfrm>
            <a:custGeom>
              <a:avLst/>
              <a:gdLst/>
              <a:ahLst/>
              <a:cxnLst/>
              <a:rect l="l" t="t" r="r" b="b"/>
              <a:pathLst>
                <a:path w="222250" h="897889">
                  <a:moveTo>
                    <a:pt x="222199" y="897636"/>
                  </a:moveTo>
                  <a:lnTo>
                    <a:pt x="195262" y="853463"/>
                  </a:lnTo>
                  <a:lnTo>
                    <a:pt x="168729" y="809340"/>
                  </a:lnTo>
                  <a:lnTo>
                    <a:pt x="142932" y="765234"/>
                  </a:lnTo>
                  <a:lnTo>
                    <a:pt x="118202" y="721112"/>
                  </a:lnTo>
                  <a:lnTo>
                    <a:pt x="94870" y="676941"/>
                  </a:lnTo>
                  <a:lnTo>
                    <a:pt x="73269" y="632690"/>
                  </a:lnTo>
                  <a:lnTo>
                    <a:pt x="53729" y="588325"/>
                  </a:lnTo>
                  <a:lnTo>
                    <a:pt x="36582" y="543815"/>
                  </a:lnTo>
                  <a:lnTo>
                    <a:pt x="22160" y="499127"/>
                  </a:lnTo>
                  <a:lnTo>
                    <a:pt x="10795" y="454228"/>
                  </a:lnTo>
                  <a:lnTo>
                    <a:pt x="2871" y="401620"/>
                  </a:lnTo>
                  <a:lnTo>
                    <a:pt x="0" y="345108"/>
                  </a:lnTo>
                  <a:lnTo>
                    <a:pt x="1092" y="286593"/>
                  </a:lnTo>
                  <a:lnTo>
                    <a:pt x="5062" y="227979"/>
                  </a:lnTo>
                  <a:lnTo>
                    <a:pt x="10822" y="171168"/>
                  </a:lnTo>
                  <a:lnTo>
                    <a:pt x="17284" y="118062"/>
                  </a:lnTo>
                  <a:lnTo>
                    <a:pt x="23361" y="70563"/>
                  </a:lnTo>
                  <a:lnTo>
                    <a:pt x="27965" y="30575"/>
                  </a:lnTo>
                  <a:lnTo>
                    <a:pt x="30010" y="0"/>
                  </a:lnTo>
                </a:path>
              </a:pathLst>
            </a:custGeom>
            <a:ln w="952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99303" y="2392502"/>
              <a:ext cx="26034" cy="131445"/>
            </a:xfrm>
            <a:custGeom>
              <a:avLst/>
              <a:gdLst/>
              <a:ahLst/>
              <a:cxnLst/>
              <a:rect l="l" t="t" r="r" b="b"/>
              <a:pathLst>
                <a:path w="26035" h="131444">
                  <a:moveTo>
                    <a:pt x="0" y="131241"/>
                  </a:moveTo>
                  <a:lnTo>
                    <a:pt x="25831" y="0"/>
                  </a:lnTo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85307" y="2330200"/>
              <a:ext cx="74930" cy="82550"/>
            </a:xfrm>
            <a:custGeom>
              <a:avLst/>
              <a:gdLst/>
              <a:ahLst/>
              <a:cxnLst/>
              <a:rect l="l" t="t" r="r" b="b"/>
              <a:pathLst>
                <a:path w="74929" h="82550">
                  <a:moveTo>
                    <a:pt x="52095" y="0"/>
                  </a:moveTo>
                  <a:lnTo>
                    <a:pt x="0" y="67398"/>
                  </a:lnTo>
                  <a:lnTo>
                    <a:pt x="74764" y="82118"/>
                  </a:lnTo>
                  <a:lnTo>
                    <a:pt x="5209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378449" y="3493005"/>
            <a:ext cx="893444" cy="76200"/>
            <a:chOff x="4378449" y="3493005"/>
            <a:chExt cx="893444" cy="76200"/>
          </a:xfrm>
        </p:grpSpPr>
        <p:sp>
          <p:nvSpPr>
            <p:cNvPr id="7" name="object 7"/>
            <p:cNvSpPr/>
            <p:nvPr/>
          </p:nvSpPr>
          <p:spPr>
            <a:xfrm>
              <a:off x="4441951" y="3531107"/>
              <a:ext cx="829944" cy="0"/>
            </a:xfrm>
            <a:custGeom>
              <a:avLst/>
              <a:gdLst/>
              <a:ahLst/>
              <a:cxnLst/>
              <a:rect l="l" t="t" r="r" b="b"/>
              <a:pathLst>
                <a:path w="829945">
                  <a:moveTo>
                    <a:pt x="829563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8449" y="34930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764345" y="4006405"/>
            <a:ext cx="3405504" cy="2275840"/>
            <a:chOff x="2764345" y="4006405"/>
            <a:chExt cx="3405504" cy="2275840"/>
          </a:xfrm>
        </p:grpSpPr>
        <p:sp>
          <p:nvSpPr>
            <p:cNvPr id="10" name="object 10"/>
            <p:cNvSpPr/>
            <p:nvPr/>
          </p:nvSpPr>
          <p:spPr>
            <a:xfrm>
              <a:off x="3959351" y="4049267"/>
              <a:ext cx="441959" cy="378460"/>
            </a:xfrm>
            <a:custGeom>
              <a:avLst/>
              <a:gdLst/>
              <a:ahLst/>
              <a:cxnLst/>
              <a:rect l="l" t="t" r="r" b="b"/>
              <a:pathLst>
                <a:path w="441960" h="378460">
                  <a:moveTo>
                    <a:pt x="441960" y="377951"/>
                  </a:moveTo>
                  <a:lnTo>
                    <a:pt x="395305" y="358368"/>
                  </a:lnTo>
                  <a:lnTo>
                    <a:pt x="349350" y="338259"/>
                  </a:lnTo>
                  <a:lnTo>
                    <a:pt x="304596" y="316874"/>
                  </a:lnTo>
                  <a:lnTo>
                    <a:pt x="261544" y="293464"/>
                  </a:lnTo>
                  <a:lnTo>
                    <a:pt x="220695" y="267277"/>
                  </a:lnTo>
                  <a:lnTo>
                    <a:pt x="182549" y="237566"/>
                  </a:lnTo>
                  <a:lnTo>
                    <a:pt x="145672" y="200660"/>
                  </a:lnTo>
                  <a:lnTo>
                    <a:pt x="109331" y="156479"/>
                  </a:lnTo>
                  <a:lnTo>
                    <a:pt x="75058" y="109672"/>
                  </a:lnTo>
                  <a:lnTo>
                    <a:pt x="44389" y="64890"/>
                  </a:lnTo>
                  <a:lnTo>
                    <a:pt x="18858" y="26782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91241" y="4091622"/>
              <a:ext cx="50800" cy="76835"/>
            </a:xfrm>
            <a:custGeom>
              <a:avLst/>
              <a:gdLst/>
              <a:ahLst/>
              <a:cxnLst/>
              <a:rect l="l" t="t" r="r" b="b"/>
              <a:pathLst>
                <a:path w="50800" h="76835">
                  <a:moveTo>
                    <a:pt x="50406" y="7651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56310" y="4038598"/>
              <a:ext cx="74295" cy="85090"/>
            </a:xfrm>
            <a:custGeom>
              <a:avLst/>
              <a:gdLst/>
              <a:ahLst/>
              <a:cxnLst/>
              <a:rect l="l" t="t" r="r" b="b"/>
              <a:pathLst>
                <a:path w="74295" h="85089">
                  <a:moveTo>
                    <a:pt x="0" y="0"/>
                  </a:moveTo>
                  <a:lnTo>
                    <a:pt x="10096" y="84594"/>
                  </a:lnTo>
                  <a:lnTo>
                    <a:pt x="73723" y="426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62372" y="4011167"/>
              <a:ext cx="326390" cy="443865"/>
            </a:xfrm>
            <a:custGeom>
              <a:avLst/>
              <a:gdLst/>
              <a:ahLst/>
              <a:cxnLst/>
              <a:rect l="l" t="t" r="r" b="b"/>
              <a:pathLst>
                <a:path w="326389" h="443864">
                  <a:moveTo>
                    <a:pt x="326136" y="0"/>
                  </a:moveTo>
                  <a:lnTo>
                    <a:pt x="301029" y="45991"/>
                  </a:lnTo>
                  <a:lnTo>
                    <a:pt x="275956" y="91642"/>
                  </a:lnTo>
                  <a:lnTo>
                    <a:pt x="250748" y="136391"/>
                  </a:lnTo>
                  <a:lnTo>
                    <a:pt x="225240" y="179675"/>
                  </a:lnTo>
                  <a:lnTo>
                    <a:pt x="199265" y="220932"/>
                  </a:lnTo>
                  <a:lnTo>
                    <a:pt x="172656" y="259600"/>
                  </a:lnTo>
                  <a:lnTo>
                    <a:pt x="136746" y="304292"/>
                  </a:lnTo>
                  <a:lnTo>
                    <a:pt x="96863" y="347493"/>
                  </a:lnTo>
                  <a:lnTo>
                    <a:pt x="57669" y="386736"/>
                  </a:lnTo>
                  <a:lnTo>
                    <a:pt x="23827" y="419555"/>
                  </a:lnTo>
                  <a:lnTo>
                    <a:pt x="0" y="443483"/>
                  </a:lnTo>
                </a:path>
              </a:pathLst>
            </a:custGeom>
            <a:ln w="952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91048" y="4395215"/>
              <a:ext cx="29845" cy="37465"/>
            </a:xfrm>
            <a:custGeom>
              <a:avLst/>
              <a:gdLst/>
              <a:ahLst/>
              <a:cxnLst/>
              <a:rect l="l" t="t" r="r" b="b"/>
              <a:pathLst>
                <a:path w="29845" h="37464">
                  <a:moveTo>
                    <a:pt x="29235" y="0"/>
                  </a:moveTo>
                  <a:lnTo>
                    <a:pt x="0" y="37033"/>
                  </a:lnTo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51702" y="4398666"/>
              <a:ext cx="77470" cy="83820"/>
            </a:xfrm>
            <a:custGeom>
              <a:avLst/>
              <a:gdLst/>
              <a:ahLst/>
              <a:cxnLst/>
              <a:rect l="l" t="t" r="r" b="b"/>
              <a:pathLst>
                <a:path w="77470" h="83820">
                  <a:moveTo>
                    <a:pt x="17310" y="0"/>
                  </a:moveTo>
                  <a:lnTo>
                    <a:pt x="0" y="83413"/>
                  </a:lnTo>
                  <a:lnTo>
                    <a:pt x="77114" y="47218"/>
                  </a:lnTo>
                  <a:lnTo>
                    <a:pt x="1731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22319" y="4503419"/>
              <a:ext cx="2842260" cy="1774189"/>
            </a:xfrm>
            <a:custGeom>
              <a:avLst/>
              <a:gdLst/>
              <a:ahLst/>
              <a:cxnLst/>
              <a:rect l="l" t="t" r="r" b="b"/>
              <a:pathLst>
                <a:path w="2842260" h="1774189">
                  <a:moveTo>
                    <a:pt x="0" y="886967"/>
                  </a:moveTo>
                  <a:lnTo>
                    <a:pt x="4710" y="814222"/>
                  </a:lnTo>
                  <a:lnTo>
                    <a:pt x="18600" y="743095"/>
                  </a:lnTo>
                  <a:lnTo>
                    <a:pt x="41301" y="673817"/>
                  </a:lnTo>
                  <a:lnTo>
                    <a:pt x="72449" y="606615"/>
                  </a:lnTo>
                  <a:lnTo>
                    <a:pt x="111678" y="541717"/>
                  </a:lnTo>
                  <a:lnTo>
                    <a:pt x="134209" y="510204"/>
                  </a:lnTo>
                  <a:lnTo>
                    <a:pt x="158623" y="479352"/>
                  </a:lnTo>
                  <a:lnTo>
                    <a:pt x="184874" y="449191"/>
                  </a:lnTo>
                  <a:lnTo>
                    <a:pt x="212916" y="419748"/>
                  </a:lnTo>
                  <a:lnTo>
                    <a:pt x="242705" y="391053"/>
                  </a:lnTo>
                  <a:lnTo>
                    <a:pt x="274194" y="363133"/>
                  </a:lnTo>
                  <a:lnTo>
                    <a:pt x="307337" y="336018"/>
                  </a:lnTo>
                  <a:lnTo>
                    <a:pt x="342089" y="309736"/>
                  </a:lnTo>
                  <a:lnTo>
                    <a:pt x="378405" y="284315"/>
                  </a:lnTo>
                  <a:lnTo>
                    <a:pt x="416237" y="259784"/>
                  </a:lnTo>
                  <a:lnTo>
                    <a:pt x="455541" y="236172"/>
                  </a:lnTo>
                  <a:lnTo>
                    <a:pt x="496272" y="213507"/>
                  </a:lnTo>
                  <a:lnTo>
                    <a:pt x="538382" y="191817"/>
                  </a:lnTo>
                  <a:lnTo>
                    <a:pt x="581827" y="171131"/>
                  </a:lnTo>
                  <a:lnTo>
                    <a:pt x="626560" y="151478"/>
                  </a:lnTo>
                  <a:lnTo>
                    <a:pt x="672537" y="132886"/>
                  </a:lnTo>
                  <a:lnTo>
                    <a:pt x="719711" y="115384"/>
                  </a:lnTo>
                  <a:lnTo>
                    <a:pt x="768037" y="99000"/>
                  </a:lnTo>
                  <a:lnTo>
                    <a:pt x="817468" y="83763"/>
                  </a:lnTo>
                  <a:lnTo>
                    <a:pt x="867960" y="69701"/>
                  </a:lnTo>
                  <a:lnTo>
                    <a:pt x="919466" y="56843"/>
                  </a:lnTo>
                  <a:lnTo>
                    <a:pt x="971941" y="45217"/>
                  </a:lnTo>
                  <a:lnTo>
                    <a:pt x="1025339" y="34852"/>
                  </a:lnTo>
                  <a:lnTo>
                    <a:pt x="1079614" y="25777"/>
                  </a:lnTo>
                  <a:lnTo>
                    <a:pt x="1134721" y="18019"/>
                  </a:lnTo>
                  <a:lnTo>
                    <a:pt x="1190614" y="11608"/>
                  </a:lnTo>
                  <a:lnTo>
                    <a:pt x="1247247" y="6572"/>
                  </a:lnTo>
                  <a:lnTo>
                    <a:pt x="1304574" y="2940"/>
                  </a:lnTo>
                  <a:lnTo>
                    <a:pt x="1362550" y="739"/>
                  </a:lnTo>
                  <a:lnTo>
                    <a:pt x="1421130" y="0"/>
                  </a:lnTo>
                  <a:lnTo>
                    <a:pt x="1479709" y="739"/>
                  </a:lnTo>
                  <a:lnTo>
                    <a:pt x="1537685" y="2940"/>
                  </a:lnTo>
                  <a:lnTo>
                    <a:pt x="1595012" y="6572"/>
                  </a:lnTo>
                  <a:lnTo>
                    <a:pt x="1651645" y="11608"/>
                  </a:lnTo>
                  <a:lnTo>
                    <a:pt x="1707538" y="18019"/>
                  </a:lnTo>
                  <a:lnTo>
                    <a:pt x="1762645" y="25777"/>
                  </a:lnTo>
                  <a:lnTo>
                    <a:pt x="1816920" y="34852"/>
                  </a:lnTo>
                  <a:lnTo>
                    <a:pt x="1870318" y="45217"/>
                  </a:lnTo>
                  <a:lnTo>
                    <a:pt x="1922793" y="56843"/>
                  </a:lnTo>
                  <a:lnTo>
                    <a:pt x="1974299" y="69701"/>
                  </a:lnTo>
                  <a:lnTo>
                    <a:pt x="2024791" y="83763"/>
                  </a:lnTo>
                  <a:lnTo>
                    <a:pt x="2074222" y="99000"/>
                  </a:lnTo>
                  <a:lnTo>
                    <a:pt x="2122548" y="115384"/>
                  </a:lnTo>
                  <a:lnTo>
                    <a:pt x="2169722" y="132886"/>
                  </a:lnTo>
                  <a:lnTo>
                    <a:pt x="2215699" y="151478"/>
                  </a:lnTo>
                  <a:lnTo>
                    <a:pt x="2260432" y="171131"/>
                  </a:lnTo>
                  <a:lnTo>
                    <a:pt x="2303877" y="191817"/>
                  </a:lnTo>
                  <a:lnTo>
                    <a:pt x="2345987" y="213507"/>
                  </a:lnTo>
                  <a:lnTo>
                    <a:pt x="2386718" y="236172"/>
                  </a:lnTo>
                  <a:lnTo>
                    <a:pt x="2426022" y="259784"/>
                  </a:lnTo>
                  <a:lnTo>
                    <a:pt x="2463854" y="284315"/>
                  </a:lnTo>
                  <a:lnTo>
                    <a:pt x="2500170" y="309736"/>
                  </a:lnTo>
                  <a:lnTo>
                    <a:pt x="2534922" y="336018"/>
                  </a:lnTo>
                  <a:lnTo>
                    <a:pt x="2568065" y="363133"/>
                  </a:lnTo>
                  <a:lnTo>
                    <a:pt x="2599554" y="391053"/>
                  </a:lnTo>
                  <a:lnTo>
                    <a:pt x="2629343" y="419748"/>
                  </a:lnTo>
                  <a:lnTo>
                    <a:pt x="2657385" y="449191"/>
                  </a:lnTo>
                  <a:lnTo>
                    <a:pt x="2683636" y="479352"/>
                  </a:lnTo>
                  <a:lnTo>
                    <a:pt x="2708050" y="510204"/>
                  </a:lnTo>
                  <a:lnTo>
                    <a:pt x="2730581" y="541717"/>
                  </a:lnTo>
                  <a:lnTo>
                    <a:pt x="2751182" y="573864"/>
                  </a:lnTo>
                  <a:lnTo>
                    <a:pt x="2786417" y="639942"/>
                  </a:lnTo>
                  <a:lnTo>
                    <a:pt x="2813387" y="708211"/>
                  </a:lnTo>
                  <a:lnTo>
                    <a:pt x="2831728" y="778442"/>
                  </a:lnTo>
                  <a:lnTo>
                    <a:pt x="2841074" y="850406"/>
                  </a:lnTo>
                  <a:lnTo>
                    <a:pt x="2842260" y="886967"/>
                  </a:lnTo>
                  <a:lnTo>
                    <a:pt x="2841074" y="923529"/>
                  </a:lnTo>
                  <a:lnTo>
                    <a:pt x="2831728" y="995493"/>
                  </a:lnTo>
                  <a:lnTo>
                    <a:pt x="2813387" y="1065724"/>
                  </a:lnTo>
                  <a:lnTo>
                    <a:pt x="2786417" y="1133993"/>
                  </a:lnTo>
                  <a:lnTo>
                    <a:pt x="2751182" y="1200071"/>
                  </a:lnTo>
                  <a:lnTo>
                    <a:pt x="2730581" y="1232218"/>
                  </a:lnTo>
                  <a:lnTo>
                    <a:pt x="2708050" y="1263731"/>
                  </a:lnTo>
                  <a:lnTo>
                    <a:pt x="2683636" y="1294583"/>
                  </a:lnTo>
                  <a:lnTo>
                    <a:pt x="2657385" y="1324744"/>
                  </a:lnTo>
                  <a:lnTo>
                    <a:pt x="2629343" y="1354187"/>
                  </a:lnTo>
                  <a:lnTo>
                    <a:pt x="2599554" y="1382882"/>
                  </a:lnTo>
                  <a:lnTo>
                    <a:pt x="2568065" y="1410802"/>
                  </a:lnTo>
                  <a:lnTo>
                    <a:pt x="2534922" y="1437917"/>
                  </a:lnTo>
                  <a:lnTo>
                    <a:pt x="2500170" y="1464199"/>
                  </a:lnTo>
                  <a:lnTo>
                    <a:pt x="2463854" y="1489620"/>
                  </a:lnTo>
                  <a:lnTo>
                    <a:pt x="2426022" y="1514151"/>
                  </a:lnTo>
                  <a:lnTo>
                    <a:pt x="2386718" y="1537763"/>
                  </a:lnTo>
                  <a:lnTo>
                    <a:pt x="2345987" y="1560428"/>
                  </a:lnTo>
                  <a:lnTo>
                    <a:pt x="2303877" y="1582118"/>
                  </a:lnTo>
                  <a:lnTo>
                    <a:pt x="2260432" y="1602804"/>
                  </a:lnTo>
                  <a:lnTo>
                    <a:pt x="2215699" y="1622457"/>
                  </a:lnTo>
                  <a:lnTo>
                    <a:pt x="2169722" y="1641049"/>
                  </a:lnTo>
                  <a:lnTo>
                    <a:pt x="2122548" y="1658551"/>
                  </a:lnTo>
                  <a:lnTo>
                    <a:pt x="2074222" y="1674935"/>
                  </a:lnTo>
                  <a:lnTo>
                    <a:pt x="2024791" y="1690172"/>
                  </a:lnTo>
                  <a:lnTo>
                    <a:pt x="1974299" y="1704234"/>
                  </a:lnTo>
                  <a:lnTo>
                    <a:pt x="1922793" y="1717092"/>
                  </a:lnTo>
                  <a:lnTo>
                    <a:pt x="1870318" y="1728718"/>
                  </a:lnTo>
                  <a:lnTo>
                    <a:pt x="1816920" y="1739083"/>
                  </a:lnTo>
                  <a:lnTo>
                    <a:pt x="1762645" y="1748158"/>
                  </a:lnTo>
                  <a:lnTo>
                    <a:pt x="1707538" y="1755916"/>
                  </a:lnTo>
                  <a:lnTo>
                    <a:pt x="1651645" y="1762327"/>
                  </a:lnTo>
                  <a:lnTo>
                    <a:pt x="1595012" y="1767363"/>
                  </a:lnTo>
                  <a:lnTo>
                    <a:pt x="1537685" y="1770995"/>
                  </a:lnTo>
                  <a:lnTo>
                    <a:pt x="1479709" y="1773196"/>
                  </a:lnTo>
                  <a:lnTo>
                    <a:pt x="1421130" y="1773935"/>
                  </a:lnTo>
                  <a:lnTo>
                    <a:pt x="1362550" y="1773196"/>
                  </a:lnTo>
                  <a:lnTo>
                    <a:pt x="1304574" y="1770995"/>
                  </a:lnTo>
                  <a:lnTo>
                    <a:pt x="1247247" y="1767363"/>
                  </a:lnTo>
                  <a:lnTo>
                    <a:pt x="1190614" y="1762327"/>
                  </a:lnTo>
                  <a:lnTo>
                    <a:pt x="1134721" y="1755916"/>
                  </a:lnTo>
                  <a:lnTo>
                    <a:pt x="1079614" y="1748158"/>
                  </a:lnTo>
                  <a:lnTo>
                    <a:pt x="1025339" y="1739083"/>
                  </a:lnTo>
                  <a:lnTo>
                    <a:pt x="971941" y="1728718"/>
                  </a:lnTo>
                  <a:lnTo>
                    <a:pt x="919466" y="1717092"/>
                  </a:lnTo>
                  <a:lnTo>
                    <a:pt x="867960" y="1704234"/>
                  </a:lnTo>
                  <a:lnTo>
                    <a:pt x="817468" y="1690172"/>
                  </a:lnTo>
                  <a:lnTo>
                    <a:pt x="768037" y="1674935"/>
                  </a:lnTo>
                  <a:lnTo>
                    <a:pt x="719711" y="1658551"/>
                  </a:lnTo>
                  <a:lnTo>
                    <a:pt x="672537" y="1641049"/>
                  </a:lnTo>
                  <a:lnTo>
                    <a:pt x="626560" y="1622457"/>
                  </a:lnTo>
                  <a:lnTo>
                    <a:pt x="581827" y="1602804"/>
                  </a:lnTo>
                  <a:lnTo>
                    <a:pt x="538382" y="1582118"/>
                  </a:lnTo>
                  <a:lnTo>
                    <a:pt x="496272" y="1560428"/>
                  </a:lnTo>
                  <a:lnTo>
                    <a:pt x="455541" y="1537763"/>
                  </a:lnTo>
                  <a:lnTo>
                    <a:pt x="416237" y="1514151"/>
                  </a:lnTo>
                  <a:lnTo>
                    <a:pt x="378405" y="1489620"/>
                  </a:lnTo>
                  <a:lnTo>
                    <a:pt x="342089" y="1464199"/>
                  </a:lnTo>
                  <a:lnTo>
                    <a:pt x="307337" y="1437917"/>
                  </a:lnTo>
                  <a:lnTo>
                    <a:pt x="274194" y="1410802"/>
                  </a:lnTo>
                  <a:lnTo>
                    <a:pt x="242705" y="1382882"/>
                  </a:lnTo>
                  <a:lnTo>
                    <a:pt x="212916" y="1354187"/>
                  </a:lnTo>
                  <a:lnTo>
                    <a:pt x="184874" y="1324744"/>
                  </a:lnTo>
                  <a:lnTo>
                    <a:pt x="158623" y="1294583"/>
                  </a:lnTo>
                  <a:lnTo>
                    <a:pt x="134209" y="1263731"/>
                  </a:lnTo>
                  <a:lnTo>
                    <a:pt x="111678" y="1232218"/>
                  </a:lnTo>
                  <a:lnTo>
                    <a:pt x="91077" y="1200071"/>
                  </a:lnTo>
                  <a:lnTo>
                    <a:pt x="55842" y="1133993"/>
                  </a:lnTo>
                  <a:lnTo>
                    <a:pt x="28872" y="1065724"/>
                  </a:lnTo>
                  <a:lnTo>
                    <a:pt x="10531" y="995493"/>
                  </a:lnTo>
                  <a:lnTo>
                    <a:pt x="1185" y="923529"/>
                  </a:lnTo>
                  <a:lnTo>
                    <a:pt x="0" y="88696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69107" y="4439411"/>
              <a:ext cx="528955" cy="603885"/>
            </a:xfrm>
            <a:custGeom>
              <a:avLst/>
              <a:gdLst/>
              <a:ahLst/>
              <a:cxnLst/>
              <a:rect l="l" t="t" r="r" b="b"/>
              <a:pathLst>
                <a:path w="528954" h="603885">
                  <a:moveTo>
                    <a:pt x="0" y="0"/>
                  </a:moveTo>
                  <a:lnTo>
                    <a:pt x="19500" y="45481"/>
                  </a:lnTo>
                  <a:lnTo>
                    <a:pt x="39509" y="90822"/>
                  </a:lnTo>
                  <a:lnTo>
                    <a:pt x="60419" y="135752"/>
                  </a:lnTo>
                  <a:lnTo>
                    <a:pt x="82626" y="180005"/>
                  </a:lnTo>
                  <a:lnTo>
                    <a:pt x="106523" y="223310"/>
                  </a:lnTo>
                  <a:lnTo>
                    <a:pt x="132505" y="265399"/>
                  </a:lnTo>
                  <a:lnTo>
                    <a:pt x="160967" y="306004"/>
                  </a:lnTo>
                  <a:lnTo>
                    <a:pt x="192303" y="344855"/>
                  </a:lnTo>
                  <a:lnTo>
                    <a:pt x="229635" y="383211"/>
                  </a:lnTo>
                  <a:lnTo>
                    <a:pt x="273953" y="421834"/>
                  </a:lnTo>
                  <a:lnTo>
                    <a:pt x="322441" y="459731"/>
                  </a:lnTo>
                  <a:lnTo>
                    <a:pt x="372281" y="495906"/>
                  </a:lnTo>
                  <a:lnTo>
                    <a:pt x="420657" y="529365"/>
                  </a:lnTo>
                  <a:lnTo>
                    <a:pt x="464751" y="559114"/>
                  </a:lnTo>
                  <a:lnTo>
                    <a:pt x="501747" y="584158"/>
                  </a:lnTo>
                  <a:lnTo>
                    <a:pt x="528828" y="60350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59251" y="4946903"/>
              <a:ext cx="102235" cy="71755"/>
            </a:xfrm>
            <a:custGeom>
              <a:avLst/>
              <a:gdLst/>
              <a:ahLst/>
              <a:cxnLst/>
              <a:rect l="l" t="t" r="r" b="b"/>
              <a:pathLst>
                <a:path w="102235" h="71754">
                  <a:moveTo>
                    <a:pt x="0" y="0"/>
                  </a:moveTo>
                  <a:lnTo>
                    <a:pt x="101980" y="7169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28924" y="4980114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3827" y="0"/>
                  </a:moveTo>
                  <a:lnTo>
                    <a:pt x="0" y="62331"/>
                  </a:lnTo>
                  <a:lnTo>
                    <a:pt x="84251" y="74993"/>
                  </a:lnTo>
                  <a:lnTo>
                    <a:pt x="438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18559" y="4776215"/>
              <a:ext cx="2074545" cy="1214755"/>
            </a:xfrm>
            <a:custGeom>
              <a:avLst/>
              <a:gdLst/>
              <a:ahLst/>
              <a:cxnLst/>
              <a:rect l="l" t="t" r="r" b="b"/>
              <a:pathLst>
                <a:path w="2074545" h="1214754">
                  <a:moveTo>
                    <a:pt x="0" y="0"/>
                  </a:moveTo>
                  <a:lnTo>
                    <a:pt x="2074164" y="1214627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18559" y="4800599"/>
              <a:ext cx="2074545" cy="1216660"/>
            </a:xfrm>
            <a:custGeom>
              <a:avLst/>
              <a:gdLst/>
              <a:ahLst/>
              <a:cxnLst/>
              <a:rect l="l" t="t" r="r" b="b"/>
              <a:pathLst>
                <a:path w="2074545" h="1216660">
                  <a:moveTo>
                    <a:pt x="2074164" y="0"/>
                  </a:moveTo>
                  <a:lnTo>
                    <a:pt x="0" y="121615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13389" y="4984686"/>
            <a:ext cx="71056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3175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Identify design prototype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96161" y="5872303"/>
            <a:ext cx="11341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Agree</a:t>
            </a:r>
            <a:r>
              <a:rPr sz="1400" spc="-10" dirty="0">
                <a:latin typeface="Times New Roman"/>
                <a:cs typeface="Times New Roman"/>
              </a:rPr>
              <a:t> schedule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51597" y="5023022"/>
            <a:ext cx="71056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Create design prototype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03084" y="4646971"/>
            <a:ext cx="12998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Review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prototype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556761" y="5007673"/>
            <a:ext cx="1816100" cy="984885"/>
            <a:chOff x="3556761" y="5007673"/>
            <a:chExt cx="1816100" cy="984885"/>
          </a:xfrm>
        </p:grpSpPr>
        <p:sp>
          <p:nvSpPr>
            <p:cNvPr id="27" name="object 27"/>
            <p:cNvSpPr/>
            <p:nvPr/>
          </p:nvSpPr>
          <p:spPr>
            <a:xfrm>
              <a:off x="3563111" y="5884163"/>
              <a:ext cx="85090" cy="68580"/>
            </a:xfrm>
            <a:custGeom>
              <a:avLst/>
              <a:gdLst/>
              <a:ahLst/>
              <a:cxnLst/>
              <a:rect l="l" t="t" r="r" b="b"/>
              <a:pathLst>
                <a:path w="85089" h="68579">
                  <a:moveTo>
                    <a:pt x="0" y="0"/>
                  </a:moveTo>
                  <a:lnTo>
                    <a:pt x="84696" y="6832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13993" y="5914866"/>
              <a:ext cx="83820" cy="78105"/>
            </a:xfrm>
            <a:custGeom>
              <a:avLst/>
              <a:gdLst/>
              <a:ahLst/>
              <a:cxnLst/>
              <a:rect l="l" t="t" r="r" b="b"/>
              <a:pathLst>
                <a:path w="83820" h="78104">
                  <a:moveTo>
                    <a:pt x="47853" y="0"/>
                  </a:moveTo>
                  <a:lnTo>
                    <a:pt x="0" y="59296"/>
                  </a:lnTo>
                  <a:lnTo>
                    <a:pt x="83235" y="77508"/>
                  </a:lnTo>
                  <a:lnTo>
                    <a:pt x="478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48327" y="5012435"/>
              <a:ext cx="1219200" cy="763905"/>
            </a:xfrm>
            <a:custGeom>
              <a:avLst/>
              <a:gdLst/>
              <a:ahLst/>
              <a:cxnLst/>
              <a:rect l="l" t="t" r="r" b="b"/>
              <a:pathLst>
                <a:path w="1219200" h="763904">
                  <a:moveTo>
                    <a:pt x="609600" y="0"/>
                  </a:moveTo>
                  <a:lnTo>
                    <a:pt x="550890" y="1747"/>
                  </a:lnTo>
                  <a:lnTo>
                    <a:pt x="493760" y="6883"/>
                  </a:lnTo>
                  <a:lnTo>
                    <a:pt x="438465" y="15248"/>
                  </a:lnTo>
                  <a:lnTo>
                    <a:pt x="385259" y="26681"/>
                  </a:lnTo>
                  <a:lnTo>
                    <a:pt x="334399" y="41022"/>
                  </a:lnTo>
                  <a:lnTo>
                    <a:pt x="286139" y="58113"/>
                  </a:lnTo>
                  <a:lnTo>
                    <a:pt x="240736" y="77791"/>
                  </a:lnTo>
                  <a:lnTo>
                    <a:pt x="198445" y="99899"/>
                  </a:lnTo>
                  <a:lnTo>
                    <a:pt x="159520" y="124275"/>
                  </a:lnTo>
                  <a:lnTo>
                    <a:pt x="124219" y="150760"/>
                  </a:lnTo>
                  <a:lnTo>
                    <a:pt x="92795" y="179194"/>
                  </a:lnTo>
                  <a:lnTo>
                    <a:pt x="65505" y="209416"/>
                  </a:lnTo>
                  <a:lnTo>
                    <a:pt x="42604" y="241268"/>
                  </a:lnTo>
                  <a:lnTo>
                    <a:pt x="10991" y="309217"/>
                  </a:lnTo>
                  <a:lnTo>
                    <a:pt x="0" y="381761"/>
                  </a:lnTo>
                  <a:lnTo>
                    <a:pt x="2790" y="418528"/>
                  </a:lnTo>
                  <a:lnTo>
                    <a:pt x="24348" y="488935"/>
                  </a:lnTo>
                  <a:lnTo>
                    <a:pt x="65505" y="554107"/>
                  </a:lnTo>
                  <a:lnTo>
                    <a:pt x="92795" y="584329"/>
                  </a:lnTo>
                  <a:lnTo>
                    <a:pt x="124219" y="612763"/>
                  </a:lnTo>
                  <a:lnTo>
                    <a:pt x="159520" y="639248"/>
                  </a:lnTo>
                  <a:lnTo>
                    <a:pt x="198445" y="663624"/>
                  </a:lnTo>
                  <a:lnTo>
                    <a:pt x="240736" y="685732"/>
                  </a:lnTo>
                  <a:lnTo>
                    <a:pt x="286139" y="705410"/>
                  </a:lnTo>
                  <a:lnTo>
                    <a:pt x="334399" y="722501"/>
                  </a:lnTo>
                  <a:lnTo>
                    <a:pt x="385259" y="736842"/>
                  </a:lnTo>
                  <a:lnTo>
                    <a:pt x="438465" y="748275"/>
                  </a:lnTo>
                  <a:lnTo>
                    <a:pt x="493760" y="756640"/>
                  </a:lnTo>
                  <a:lnTo>
                    <a:pt x="550890" y="761776"/>
                  </a:lnTo>
                  <a:lnTo>
                    <a:pt x="609600" y="763523"/>
                  </a:lnTo>
                  <a:lnTo>
                    <a:pt x="668309" y="761776"/>
                  </a:lnTo>
                  <a:lnTo>
                    <a:pt x="725439" y="756640"/>
                  </a:lnTo>
                  <a:lnTo>
                    <a:pt x="780734" y="748275"/>
                  </a:lnTo>
                  <a:lnTo>
                    <a:pt x="833940" y="736842"/>
                  </a:lnTo>
                  <a:lnTo>
                    <a:pt x="884800" y="722501"/>
                  </a:lnTo>
                  <a:lnTo>
                    <a:pt x="933060" y="705410"/>
                  </a:lnTo>
                  <a:lnTo>
                    <a:pt x="978463" y="685732"/>
                  </a:lnTo>
                  <a:lnTo>
                    <a:pt x="1020754" y="663624"/>
                  </a:lnTo>
                  <a:lnTo>
                    <a:pt x="1059679" y="639248"/>
                  </a:lnTo>
                  <a:lnTo>
                    <a:pt x="1094980" y="612763"/>
                  </a:lnTo>
                  <a:lnTo>
                    <a:pt x="1126404" y="584329"/>
                  </a:lnTo>
                  <a:lnTo>
                    <a:pt x="1153694" y="554107"/>
                  </a:lnTo>
                  <a:lnTo>
                    <a:pt x="1176595" y="522255"/>
                  </a:lnTo>
                  <a:lnTo>
                    <a:pt x="1208208" y="454306"/>
                  </a:lnTo>
                  <a:lnTo>
                    <a:pt x="1219200" y="381761"/>
                  </a:lnTo>
                  <a:lnTo>
                    <a:pt x="1216409" y="344995"/>
                  </a:lnTo>
                  <a:lnTo>
                    <a:pt x="1194851" y="274588"/>
                  </a:lnTo>
                  <a:lnTo>
                    <a:pt x="1153694" y="209416"/>
                  </a:lnTo>
                  <a:lnTo>
                    <a:pt x="1126404" y="179194"/>
                  </a:lnTo>
                  <a:lnTo>
                    <a:pt x="1094980" y="150760"/>
                  </a:lnTo>
                  <a:lnTo>
                    <a:pt x="1059679" y="124275"/>
                  </a:lnTo>
                  <a:lnTo>
                    <a:pt x="1020754" y="99899"/>
                  </a:lnTo>
                  <a:lnTo>
                    <a:pt x="978463" y="77791"/>
                  </a:lnTo>
                  <a:lnTo>
                    <a:pt x="933060" y="58113"/>
                  </a:lnTo>
                  <a:lnTo>
                    <a:pt x="884800" y="41022"/>
                  </a:lnTo>
                  <a:lnTo>
                    <a:pt x="833940" y="26681"/>
                  </a:lnTo>
                  <a:lnTo>
                    <a:pt x="780734" y="15248"/>
                  </a:lnTo>
                  <a:lnTo>
                    <a:pt x="725439" y="6883"/>
                  </a:lnTo>
                  <a:lnTo>
                    <a:pt x="668309" y="1747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48327" y="5012435"/>
              <a:ext cx="1219200" cy="763905"/>
            </a:xfrm>
            <a:custGeom>
              <a:avLst/>
              <a:gdLst/>
              <a:ahLst/>
              <a:cxnLst/>
              <a:rect l="l" t="t" r="r" b="b"/>
              <a:pathLst>
                <a:path w="1219200" h="763904">
                  <a:moveTo>
                    <a:pt x="0" y="381761"/>
                  </a:moveTo>
                  <a:lnTo>
                    <a:pt x="10991" y="309217"/>
                  </a:lnTo>
                  <a:lnTo>
                    <a:pt x="42604" y="241268"/>
                  </a:lnTo>
                  <a:lnTo>
                    <a:pt x="65505" y="209416"/>
                  </a:lnTo>
                  <a:lnTo>
                    <a:pt x="92795" y="179194"/>
                  </a:lnTo>
                  <a:lnTo>
                    <a:pt x="124219" y="150760"/>
                  </a:lnTo>
                  <a:lnTo>
                    <a:pt x="159520" y="124275"/>
                  </a:lnTo>
                  <a:lnTo>
                    <a:pt x="198445" y="99899"/>
                  </a:lnTo>
                  <a:lnTo>
                    <a:pt x="240736" y="77791"/>
                  </a:lnTo>
                  <a:lnTo>
                    <a:pt x="286139" y="58113"/>
                  </a:lnTo>
                  <a:lnTo>
                    <a:pt x="334399" y="41022"/>
                  </a:lnTo>
                  <a:lnTo>
                    <a:pt x="385259" y="26681"/>
                  </a:lnTo>
                  <a:lnTo>
                    <a:pt x="438465" y="15248"/>
                  </a:lnTo>
                  <a:lnTo>
                    <a:pt x="493760" y="6883"/>
                  </a:lnTo>
                  <a:lnTo>
                    <a:pt x="550890" y="1747"/>
                  </a:lnTo>
                  <a:lnTo>
                    <a:pt x="609600" y="0"/>
                  </a:lnTo>
                  <a:lnTo>
                    <a:pt x="668309" y="1747"/>
                  </a:lnTo>
                  <a:lnTo>
                    <a:pt x="725439" y="6883"/>
                  </a:lnTo>
                  <a:lnTo>
                    <a:pt x="780734" y="15248"/>
                  </a:lnTo>
                  <a:lnTo>
                    <a:pt x="833940" y="26681"/>
                  </a:lnTo>
                  <a:lnTo>
                    <a:pt x="884800" y="41022"/>
                  </a:lnTo>
                  <a:lnTo>
                    <a:pt x="933060" y="58113"/>
                  </a:lnTo>
                  <a:lnTo>
                    <a:pt x="978463" y="77791"/>
                  </a:lnTo>
                  <a:lnTo>
                    <a:pt x="1020754" y="99899"/>
                  </a:lnTo>
                  <a:lnTo>
                    <a:pt x="1059679" y="124275"/>
                  </a:lnTo>
                  <a:lnTo>
                    <a:pt x="1094980" y="150760"/>
                  </a:lnTo>
                  <a:lnTo>
                    <a:pt x="1126404" y="179194"/>
                  </a:lnTo>
                  <a:lnTo>
                    <a:pt x="1153694" y="209416"/>
                  </a:lnTo>
                  <a:lnTo>
                    <a:pt x="1176595" y="241268"/>
                  </a:lnTo>
                  <a:lnTo>
                    <a:pt x="1208208" y="309217"/>
                  </a:lnTo>
                  <a:lnTo>
                    <a:pt x="1219200" y="381761"/>
                  </a:lnTo>
                  <a:lnTo>
                    <a:pt x="1216409" y="418528"/>
                  </a:lnTo>
                  <a:lnTo>
                    <a:pt x="1194851" y="488935"/>
                  </a:lnTo>
                  <a:lnTo>
                    <a:pt x="1153694" y="554107"/>
                  </a:lnTo>
                  <a:lnTo>
                    <a:pt x="1126404" y="584329"/>
                  </a:lnTo>
                  <a:lnTo>
                    <a:pt x="1094980" y="612763"/>
                  </a:lnTo>
                  <a:lnTo>
                    <a:pt x="1059679" y="639248"/>
                  </a:lnTo>
                  <a:lnTo>
                    <a:pt x="1020754" y="663624"/>
                  </a:lnTo>
                  <a:lnTo>
                    <a:pt x="978463" y="685732"/>
                  </a:lnTo>
                  <a:lnTo>
                    <a:pt x="933060" y="705410"/>
                  </a:lnTo>
                  <a:lnTo>
                    <a:pt x="884800" y="722501"/>
                  </a:lnTo>
                  <a:lnTo>
                    <a:pt x="833940" y="736842"/>
                  </a:lnTo>
                  <a:lnTo>
                    <a:pt x="780734" y="748275"/>
                  </a:lnTo>
                  <a:lnTo>
                    <a:pt x="725439" y="756640"/>
                  </a:lnTo>
                  <a:lnTo>
                    <a:pt x="668309" y="761776"/>
                  </a:lnTo>
                  <a:lnTo>
                    <a:pt x="609600" y="763523"/>
                  </a:lnTo>
                  <a:lnTo>
                    <a:pt x="550890" y="761776"/>
                  </a:lnTo>
                  <a:lnTo>
                    <a:pt x="493760" y="756640"/>
                  </a:lnTo>
                  <a:lnTo>
                    <a:pt x="438465" y="748275"/>
                  </a:lnTo>
                  <a:lnTo>
                    <a:pt x="385259" y="736842"/>
                  </a:lnTo>
                  <a:lnTo>
                    <a:pt x="334399" y="722501"/>
                  </a:lnTo>
                  <a:lnTo>
                    <a:pt x="286139" y="705410"/>
                  </a:lnTo>
                  <a:lnTo>
                    <a:pt x="240736" y="685732"/>
                  </a:lnTo>
                  <a:lnTo>
                    <a:pt x="198445" y="663624"/>
                  </a:lnTo>
                  <a:lnTo>
                    <a:pt x="159520" y="639248"/>
                  </a:lnTo>
                  <a:lnTo>
                    <a:pt x="124219" y="612763"/>
                  </a:lnTo>
                  <a:lnTo>
                    <a:pt x="92795" y="584329"/>
                  </a:lnTo>
                  <a:lnTo>
                    <a:pt x="65505" y="554107"/>
                  </a:lnTo>
                  <a:lnTo>
                    <a:pt x="42604" y="522255"/>
                  </a:lnTo>
                  <a:lnTo>
                    <a:pt x="10991" y="454306"/>
                  </a:lnTo>
                  <a:lnTo>
                    <a:pt x="0" y="38176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98524" y="5184711"/>
            <a:ext cx="112712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080" indent="-25336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00FF"/>
                </a:solidFill>
                <a:latin typeface="Times New Roman"/>
                <a:cs typeface="Times New Roman"/>
              </a:rPr>
              <a:t>Design</a:t>
            </a:r>
            <a:r>
              <a:rPr sz="14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FF"/>
                </a:solidFill>
                <a:latin typeface="Times New Roman"/>
                <a:cs typeface="Times New Roman"/>
              </a:rPr>
              <a:t>&amp; 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build iteration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29995">
              <a:lnSpc>
                <a:spcPct val="100000"/>
              </a:lnSpc>
              <a:spcBef>
                <a:spcPts val="95"/>
              </a:spcBef>
            </a:pPr>
            <a:r>
              <a:rPr dirty="0"/>
              <a:t>DSDM</a:t>
            </a:r>
            <a:r>
              <a:rPr spc="-20" dirty="0"/>
              <a:t> Lifecycle</a:t>
            </a:r>
            <a:r>
              <a:rPr spc="-155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215422" y="1296924"/>
            <a:ext cx="1123950" cy="838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0180" marR="190500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Feasibility Study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000FF"/>
                </a:solidFill>
                <a:latin typeface="Times New Roman"/>
                <a:cs typeface="Times New Roman"/>
              </a:rPr>
              <a:t>Business</a:t>
            </a:r>
            <a:r>
              <a:rPr sz="14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Study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364801" y="918781"/>
            <a:ext cx="2785110" cy="1340485"/>
            <a:chOff x="3364801" y="918781"/>
            <a:chExt cx="2785110" cy="1340485"/>
          </a:xfrm>
        </p:grpSpPr>
        <p:sp>
          <p:nvSpPr>
            <p:cNvPr id="35" name="object 35"/>
            <p:cNvSpPr/>
            <p:nvPr/>
          </p:nvSpPr>
          <p:spPr>
            <a:xfrm>
              <a:off x="3369564" y="923544"/>
              <a:ext cx="2775585" cy="1330960"/>
            </a:xfrm>
            <a:custGeom>
              <a:avLst/>
              <a:gdLst/>
              <a:ahLst/>
              <a:cxnLst/>
              <a:rect l="l" t="t" r="r" b="b"/>
              <a:pathLst>
                <a:path w="2775585" h="1330960">
                  <a:moveTo>
                    <a:pt x="0" y="1330452"/>
                  </a:moveTo>
                  <a:lnTo>
                    <a:pt x="1387602" y="0"/>
                  </a:lnTo>
                  <a:lnTo>
                    <a:pt x="2775204" y="1330452"/>
                  </a:lnTo>
                  <a:lnTo>
                    <a:pt x="0" y="133045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60292" y="1812036"/>
              <a:ext cx="1793875" cy="0"/>
            </a:xfrm>
            <a:custGeom>
              <a:avLst/>
              <a:gdLst/>
              <a:ahLst/>
              <a:cxnLst/>
              <a:rect l="l" t="t" r="r" b="b"/>
              <a:pathLst>
                <a:path w="1793875">
                  <a:moveTo>
                    <a:pt x="0" y="0"/>
                  </a:moveTo>
                  <a:lnTo>
                    <a:pt x="179374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448109" y="2599753"/>
            <a:ext cx="2853690" cy="1783714"/>
            <a:chOff x="5448109" y="2599753"/>
            <a:chExt cx="2853690" cy="1783714"/>
          </a:xfrm>
        </p:grpSpPr>
        <p:sp>
          <p:nvSpPr>
            <p:cNvPr id="38" name="object 38"/>
            <p:cNvSpPr/>
            <p:nvPr/>
          </p:nvSpPr>
          <p:spPr>
            <a:xfrm>
              <a:off x="5452871" y="2604516"/>
              <a:ext cx="2844165" cy="1774189"/>
            </a:xfrm>
            <a:custGeom>
              <a:avLst/>
              <a:gdLst/>
              <a:ahLst/>
              <a:cxnLst/>
              <a:rect l="l" t="t" r="r" b="b"/>
              <a:pathLst>
                <a:path w="2844165" h="1774189">
                  <a:moveTo>
                    <a:pt x="1421892" y="0"/>
                  </a:moveTo>
                  <a:lnTo>
                    <a:pt x="1363281" y="739"/>
                  </a:lnTo>
                  <a:lnTo>
                    <a:pt x="1305274" y="2940"/>
                  </a:lnTo>
                  <a:lnTo>
                    <a:pt x="1247916" y="6572"/>
                  </a:lnTo>
                  <a:lnTo>
                    <a:pt x="1191253" y="11608"/>
                  </a:lnTo>
                  <a:lnTo>
                    <a:pt x="1135330" y="18019"/>
                  </a:lnTo>
                  <a:lnTo>
                    <a:pt x="1080194" y="25777"/>
                  </a:lnTo>
                  <a:lnTo>
                    <a:pt x="1025889" y="34852"/>
                  </a:lnTo>
                  <a:lnTo>
                    <a:pt x="972463" y="45217"/>
                  </a:lnTo>
                  <a:lnTo>
                    <a:pt x="919960" y="56843"/>
                  </a:lnTo>
                  <a:lnTo>
                    <a:pt x="868426" y="69701"/>
                  </a:lnTo>
                  <a:lnTo>
                    <a:pt x="817907" y="83763"/>
                  </a:lnTo>
                  <a:lnTo>
                    <a:pt x="768449" y="99000"/>
                  </a:lnTo>
                  <a:lnTo>
                    <a:pt x="720098" y="115384"/>
                  </a:lnTo>
                  <a:lnTo>
                    <a:pt x="672898" y="132886"/>
                  </a:lnTo>
                  <a:lnTo>
                    <a:pt x="626897" y="151478"/>
                  </a:lnTo>
                  <a:lnTo>
                    <a:pt x="582139" y="171131"/>
                  </a:lnTo>
                  <a:lnTo>
                    <a:pt x="538671" y="191817"/>
                  </a:lnTo>
                  <a:lnTo>
                    <a:pt x="496538" y="213507"/>
                  </a:lnTo>
                  <a:lnTo>
                    <a:pt x="455786" y="236172"/>
                  </a:lnTo>
                  <a:lnTo>
                    <a:pt x="416461" y="259784"/>
                  </a:lnTo>
                  <a:lnTo>
                    <a:pt x="378608" y="284315"/>
                  </a:lnTo>
                  <a:lnTo>
                    <a:pt x="342273" y="309736"/>
                  </a:lnTo>
                  <a:lnTo>
                    <a:pt x="307503" y="336018"/>
                  </a:lnTo>
                  <a:lnTo>
                    <a:pt x="274341" y="363133"/>
                  </a:lnTo>
                  <a:lnTo>
                    <a:pt x="242836" y="391053"/>
                  </a:lnTo>
                  <a:lnTo>
                    <a:pt x="213031" y="419748"/>
                  </a:lnTo>
                  <a:lnTo>
                    <a:pt x="184973" y="449191"/>
                  </a:lnTo>
                  <a:lnTo>
                    <a:pt x="158708" y="479352"/>
                  </a:lnTo>
                  <a:lnTo>
                    <a:pt x="134281" y="510204"/>
                  </a:lnTo>
                  <a:lnTo>
                    <a:pt x="111738" y="541717"/>
                  </a:lnTo>
                  <a:lnTo>
                    <a:pt x="91126" y="573864"/>
                  </a:lnTo>
                  <a:lnTo>
                    <a:pt x="55872" y="639942"/>
                  </a:lnTo>
                  <a:lnTo>
                    <a:pt x="28887" y="708211"/>
                  </a:lnTo>
                  <a:lnTo>
                    <a:pt x="10536" y="778442"/>
                  </a:lnTo>
                  <a:lnTo>
                    <a:pt x="1186" y="850406"/>
                  </a:lnTo>
                  <a:lnTo>
                    <a:pt x="0" y="886967"/>
                  </a:lnTo>
                  <a:lnTo>
                    <a:pt x="1186" y="923529"/>
                  </a:lnTo>
                  <a:lnTo>
                    <a:pt x="10536" y="995493"/>
                  </a:lnTo>
                  <a:lnTo>
                    <a:pt x="28887" y="1065724"/>
                  </a:lnTo>
                  <a:lnTo>
                    <a:pt x="55872" y="1133993"/>
                  </a:lnTo>
                  <a:lnTo>
                    <a:pt x="91126" y="1200071"/>
                  </a:lnTo>
                  <a:lnTo>
                    <a:pt x="111738" y="1232218"/>
                  </a:lnTo>
                  <a:lnTo>
                    <a:pt x="134281" y="1263731"/>
                  </a:lnTo>
                  <a:lnTo>
                    <a:pt x="158708" y="1294583"/>
                  </a:lnTo>
                  <a:lnTo>
                    <a:pt x="184973" y="1324744"/>
                  </a:lnTo>
                  <a:lnTo>
                    <a:pt x="213031" y="1354187"/>
                  </a:lnTo>
                  <a:lnTo>
                    <a:pt x="242836" y="1382882"/>
                  </a:lnTo>
                  <a:lnTo>
                    <a:pt x="274341" y="1410802"/>
                  </a:lnTo>
                  <a:lnTo>
                    <a:pt x="307503" y="1437917"/>
                  </a:lnTo>
                  <a:lnTo>
                    <a:pt x="342273" y="1464199"/>
                  </a:lnTo>
                  <a:lnTo>
                    <a:pt x="378608" y="1489620"/>
                  </a:lnTo>
                  <a:lnTo>
                    <a:pt x="416461" y="1514151"/>
                  </a:lnTo>
                  <a:lnTo>
                    <a:pt x="455786" y="1537763"/>
                  </a:lnTo>
                  <a:lnTo>
                    <a:pt x="496538" y="1560428"/>
                  </a:lnTo>
                  <a:lnTo>
                    <a:pt x="538671" y="1582118"/>
                  </a:lnTo>
                  <a:lnTo>
                    <a:pt x="582139" y="1602804"/>
                  </a:lnTo>
                  <a:lnTo>
                    <a:pt x="626897" y="1622457"/>
                  </a:lnTo>
                  <a:lnTo>
                    <a:pt x="672898" y="1641049"/>
                  </a:lnTo>
                  <a:lnTo>
                    <a:pt x="720098" y="1658551"/>
                  </a:lnTo>
                  <a:lnTo>
                    <a:pt x="768449" y="1674935"/>
                  </a:lnTo>
                  <a:lnTo>
                    <a:pt x="817907" y="1690172"/>
                  </a:lnTo>
                  <a:lnTo>
                    <a:pt x="868426" y="1704234"/>
                  </a:lnTo>
                  <a:lnTo>
                    <a:pt x="919960" y="1717092"/>
                  </a:lnTo>
                  <a:lnTo>
                    <a:pt x="972463" y="1728718"/>
                  </a:lnTo>
                  <a:lnTo>
                    <a:pt x="1025889" y="1739083"/>
                  </a:lnTo>
                  <a:lnTo>
                    <a:pt x="1080194" y="1748158"/>
                  </a:lnTo>
                  <a:lnTo>
                    <a:pt x="1135330" y="1755916"/>
                  </a:lnTo>
                  <a:lnTo>
                    <a:pt x="1191253" y="1762327"/>
                  </a:lnTo>
                  <a:lnTo>
                    <a:pt x="1247916" y="1767363"/>
                  </a:lnTo>
                  <a:lnTo>
                    <a:pt x="1305274" y="1770995"/>
                  </a:lnTo>
                  <a:lnTo>
                    <a:pt x="1363281" y="1773196"/>
                  </a:lnTo>
                  <a:lnTo>
                    <a:pt x="1421892" y="1773935"/>
                  </a:lnTo>
                  <a:lnTo>
                    <a:pt x="1480502" y="1773196"/>
                  </a:lnTo>
                  <a:lnTo>
                    <a:pt x="1538509" y="1770995"/>
                  </a:lnTo>
                  <a:lnTo>
                    <a:pt x="1595867" y="1767363"/>
                  </a:lnTo>
                  <a:lnTo>
                    <a:pt x="1652530" y="1762327"/>
                  </a:lnTo>
                  <a:lnTo>
                    <a:pt x="1708453" y="1755916"/>
                  </a:lnTo>
                  <a:lnTo>
                    <a:pt x="1763589" y="1748158"/>
                  </a:lnTo>
                  <a:lnTo>
                    <a:pt x="1817894" y="1739083"/>
                  </a:lnTo>
                  <a:lnTo>
                    <a:pt x="1871320" y="1728718"/>
                  </a:lnTo>
                  <a:lnTo>
                    <a:pt x="1923823" y="1717092"/>
                  </a:lnTo>
                  <a:lnTo>
                    <a:pt x="1975357" y="1704234"/>
                  </a:lnTo>
                  <a:lnTo>
                    <a:pt x="2025876" y="1690172"/>
                  </a:lnTo>
                  <a:lnTo>
                    <a:pt x="2075334" y="1674935"/>
                  </a:lnTo>
                  <a:lnTo>
                    <a:pt x="2123685" y="1658551"/>
                  </a:lnTo>
                  <a:lnTo>
                    <a:pt x="2170885" y="1641049"/>
                  </a:lnTo>
                  <a:lnTo>
                    <a:pt x="2216886" y="1622457"/>
                  </a:lnTo>
                  <a:lnTo>
                    <a:pt x="2261644" y="1602804"/>
                  </a:lnTo>
                  <a:lnTo>
                    <a:pt x="2305112" y="1582118"/>
                  </a:lnTo>
                  <a:lnTo>
                    <a:pt x="2347245" y="1560428"/>
                  </a:lnTo>
                  <a:lnTo>
                    <a:pt x="2387997" y="1537763"/>
                  </a:lnTo>
                  <a:lnTo>
                    <a:pt x="2427322" y="1514151"/>
                  </a:lnTo>
                  <a:lnTo>
                    <a:pt x="2465175" y="1489620"/>
                  </a:lnTo>
                  <a:lnTo>
                    <a:pt x="2501510" y="1464199"/>
                  </a:lnTo>
                  <a:lnTo>
                    <a:pt x="2536280" y="1437917"/>
                  </a:lnTo>
                  <a:lnTo>
                    <a:pt x="2569442" y="1410802"/>
                  </a:lnTo>
                  <a:lnTo>
                    <a:pt x="2600947" y="1382882"/>
                  </a:lnTo>
                  <a:lnTo>
                    <a:pt x="2630752" y="1354187"/>
                  </a:lnTo>
                  <a:lnTo>
                    <a:pt x="2658810" y="1324744"/>
                  </a:lnTo>
                  <a:lnTo>
                    <a:pt x="2685075" y="1294583"/>
                  </a:lnTo>
                  <a:lnTo>
                    <a:pt x="2709502" y="1263731"/>
                  </a:lnTo>
                  <a:lnTo>
                    <a:pt x="2732045" y="1232218"/>
                  </a:lnTo>
                  <a:lnTo>
                    <a:pt x="2752657" y="1200071"/>
                  </a:lnTo>
                  <a:lnTo>
                    <a:pt x="2787911" y="1133993"/>
                  </a:lnTo>
                  <a:lnTo>
                    <a:pt x="2814896" y="1065724"/>
                  </a:lnTo>
                  <a:lnTo>
                    <a:pt x="2833247" y="995493"/>
                  </a:lnTo>
                  <a:lnTo>
                    <a:pt x="2842597" y="923529"/>
                  </a:lnTo>
                  <a:lnTo>
                    <a:pt x="2843784" y="886967"/>
                  </a:lnTo>
                  <a:lnTo>
                    <a:pt x="2842597" y="850406"/>
                  </a:lnTo>
                  <a:lnTo>
                    <a:pt x="2833247" y="778442"/>
                  </a:lnTo>
                  <a:lnTo>
                    <a:pt x="2814896" y="708211"/>
                  </a:lnTo>
                  <a:lnTo>
                    <a:pt x="2787911" y="639942"/>
                  </a:lnTo>
                  <a:lnTo>
                    <a:pt x="2752657" y="573864"/>
                  </a:lnTo>
                  <a:lnTo>
                    <a:pt x="2732045" y="541717"/>
                  </a:lnTo>
                  <a:lnTo>
                    <a:pt x="2709502" y="510204"/>
                  </a:lnTo>
                  <a:lnTo>
                    <a:pt x="2685075" y="479352"/>
                  </a:lnTo>
                  <a:lnTo>
                    <a:pt x="2658810" y="449191"/>
                  </a:lnTo>
                  <a:lnTo>
                    <a:pt x="2630752" y="419748"/>
                  </a:lnTo>
                  <a:lnTo>
                    <a:pt x="2600947" y="391053"/>
                  </a:lnTo>
                  <a:lnTo>
                    <a:pt x="2569442" y="363133"/>
                  </a:lnTo>
                  <a:lnTo>
                    <a:pt x="2536280" y="336018"/>
                  </a:lnTo>
                  <a:lnTo>
                    <a:pt x="2501510" y="309736"/>
                  </a:lnTo>
                  <a:lnTo>
                    <a:pt x="2465175" y="284315"/>
                  </a:lnTo>
                  <a:lnTo>
                    <a:pt x="2427322" y="259784"/>
                  </a:lnTo>
                  <a:lnTo>
                    <a:pt x="2387997" y="236172"/>
                  </a:lnTo>
                  <a:lnTo>
                    <a:pt x="2347245" y="213507"/>
                  </a:lnTo>
                  <a:lnTo>
                    <a:pt x="2305112" y="191817"/>
                  </a:lnTo>
                  <a:lnTo>
                    <a:pt x="2261644" y="171131"/>
                  </a:lnTo>
                  <a:lnTo>
                    <a:pt x="2216886" y="151478"/>
                  </a:lnTo>
                  <a:lnTo>
                    <a:pt x="2170885" y="132886"/>
                  </a:lnTo>
                  <a:lnTo>
                    <a:pt x="2123685" y="115384"/>
                  </a:lnTo>
                  <a:lnTo>
                    <a:pt x="2075334" y="99000"/>
                  </a:lnTo>
                  <a:lnTo>
                    <a:pt x="2025876" y="83763"/>
                  </a:lnTo>
                  <a:lnTo>
                    <a:pt x="1975357" y="69701"/>
                  </a:lnTo>
                  <a:lnTo>
                    <a:pt x="1923823" y="56843"/>
                  </a:lnTo>
                  <a:lnTo>
                    <a:pt x="1871320" y="45217"/>
                  </a:lnTo>
                  <a:lnTo>
                    <a:pt x="1817894" y="34852"/>
                  </a:lnTo>
                  <a:lnTo>
                    <a:pt x="1763589" y="25777"/>
                  </a:lnTo>
                  <a:lnTo>
                    <a:pt x="1708453" y="18019"/>
                  </a:lnTo>
                  <a:lnTo>
                    <a:pt x="1652530" y="11608"/>
                  </a:lnTo>
                  <a:lnTo>
                    <a:pt x="1595867" y="6572"/>
                  </a:lnTo>
                  <a:lnTo>
                    <a:pt x="1538509" y="2940"/>
                  </a:lnTo>
                  <a:lnTo>
                    <a:pt x="1480502" y="739"/>
                  </a:lnTo>
                  <a:lnTo>
                    <a:pt x="14218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52871" y="2604516"/>
              <a:ext cx="2844165" cy="1774189"/>
            </a:xfrm>
            <a:custGeom>
              <a:avLst/>
              <a:gdLst/>
              <a:ahLst/>
              <a:cxnLst/>
              <a:rect l="l" t="t" r="r" b="b"/>
              <a:pathLst>
                <a:path w="2844165" h="1774189">
                  <a:moveTo>
                    <a:pt x="0" y="886967"/>
                  </a:moveTo>
                  <a:lnTo>
                    <a:pt x="4713" y="814222"/>
                  </a:lnTo>
                  <a:lnTo>
                    <a:pt x="18610" y="743095"/>
                  </a:lnTo>
                  <a:lnTo>
                    <a:pt x="41323" y="673817"/>
                  </a:lnTo>
                  <a:lnTo>
                    <a:pt x="72488" y="606615"/>
                  </a:lnTo>
                  <a:lnTo>
                    <a:pt x="111738" y="541717"/>
                  </a:lnTo>
                  <a:lnTo>
                    <a:pt x="134281" y="510204"/>
                  </a:lnTo>
                  <a:lnTo>
                    <a:pt x="158708" y="479352"/>
                  </a:lnTo>
                  <a:lnTo>
                    <a:pt x="184973" y="449191"/>
                  </a:lnTo>
                  <a:lnTo>
                    <a:pt x="213031" y="419748"/>
                  </a:lnTo>
                  <a:lnTo>
                    <a:pt x="242836" y="391053"/>
                  </a:lnTo>
                  <a:lnTo>
                    <a:pt x="274341" y="363133"/>
                  </a:lnTo>
                  <a:lnTo>
                    <a:pt x="307503" y="336018"/>
                  </a:lnTo>
                  <a:lnTo>
                    <a:pt x="342273" y="309736"/>
                  </a:lnTo>
                  <a:lnTo>
                    <a:pt x="378608" y="284315"/>
                  </a:lnTo>
                  <a:lnTo>
                    <a:pt x="416461" y="259784"/>
                  </a:lnTo>
                  <a:lnTo>
                    <a:pt x="455786" y="236172"/>
                  </a:lnTo>
                  <a:lnTo>
                    <a:pt x="496538" y="213507"/>
                  </a:lnTo>
                  <a:lnTo>
                    <a:pt x="538671" y="191817"/>
                  </a:lnTo>
                  <a:lnTo>
                    <a:pt x="582139" y="171131"/>
                  </a:lnTo>
                  <a:lnTo>
                    <a:pt x="626897" y="151478"/>
                  </a:lnTo>
                  <a:lnTo>
                    <a:pt x="672898" y="132886"/>
                  </a:lnTo>
                  <a:lnTo>
                    <a:pt x="720098" y="115384"/>
                  </a:lnTo>
                  <a:lnTo>
                    <a:pt x="768449" y="99000"/>
                  </a:lnTo>
                  <a:lnTo>
                    <a:pt x="817907" y="83763"/>
                  </a:lnTo>
                  <a:lnTo>
                    <a:pt x="868426" y="69701"/>
                  </a:lnTo>
                  <a:lnTo>
                    <a:pt x="919960" y="56843"/>
                  </a:lnTo>
                  <a:lnTo>
                    <a:pt x="972463" y="45217"/>
                  </a:lnTo>
                  <a:lnTo>
                    <a:pt x="1025889" y="34852"/>
                  </a:lnTo>
                  <a:lnTo>
                    <a:pt x="1080194" y="25777"/>
                  </a:lnTo>
                  <a:lnTo>
                    <a:pt x="1135330" y="18019"/>
                  </a:lnTo>
                  <a:lnTo>
                    <a:pt x="1191253" y="11608"/>
                  </a:lnTo>
                  <a:lnTo>
                    <a:pt x="1247916" y="6572"/>
                  </a:lnTo>
                  <a:lnTo>
                    <a:pt x="1305274" y="2940"/>
                  </a:lnTo>
                  <a:lnTo>
                    <a:pt x="1363281" y="739"/>
                  </a:lnTo>
                  <a:lnTo>
                    <a:pt x="1421892" y="0"/>
                  </a:lnTo>
                  <a:lnTo>
                    <a:pt x="1480502" y="739"/>
                  </a:lnTo>
                  <a:lnTo>
                    <a:pt x="1538509" y="2940"/>
                  </a:lnTo>
                  <a:lnTo>
                    <a:pt x="1595867" y="6572"/>
                  </a:lnTo>
                  <a:lnTo>
                    <a:pt x="1652530" y="11608"/>
                  </a:lnTo>
                  <a:lnTo>
                    <a:pt x="1708453" y="18019"/>
                  </a:lnTo>
                  <a:lnTo>
                    <a:pt x="1763589" y="25777"/>
                  </a:lnTo>
                  <a:lnTo>
                    <a:pt x="1817894" y="34852"/>
                  </a:lnTo>
                  <a:lnTo>
                    <a:pt x="1871320" y="45217"/>
                  </a:lnTo>
                  <a:lnTo>
                    <a:pt x="1923823" y="56843"/>
                  </a:lnTo>
                  <a:lnTo>
                    <a:pt x="1975357" y="69701"/>
                  </a:lnTo>
                  <a:lnTo>
                    <a:pt x="2025876" y="83763"/>
                  </a:lnTo>
                  <a:lnTo>
                    <a:pt x="2075334" y="99000"/>
                  </a:lnTo>
                  <a:lnTo>
                    <a:pt x="2123685" y="115384"/>
                  </a:lnTo>
                  <a:lnTo>
                    <a:pt x="2170885" y="132886"/>
                  </a:lnTo>
                  <a:lnTo>
                    <a:pt x="2216886" y="151478"/>
                  </a:lnTo>
                  <a:lnTo>
                    <a:pt x="2261644" y="171131"/>
                  </a:lnTo>
                  <a:lnTo>
                    <a:pt x="2305112" y="191817"/>
                  </a:lnTo>
                  <a:lnTo>
                    <a:pt x="2347245" y="213507"/>
                  </a:lnTo>
                  <a:lnTo>
                    <a:pt x="2387997" y="236172"/>
                  </a:lnTo>
                  <a:lnTo>
                    <a:pt x="2427322" y="259784"/>
                  </a:lnTo>
                  <a:lnTo>
                    <a:pt x="2465175" y="284315"/>
                  </a:lnTo>
                  <a:lnTo>
                    <a:pt x="2501510" y="309736"/>
                  </a:lnTo>
                  <a:lnTo>
                    <a:pt x="2536280" y="336018"/>
                  </a:lnTo>
                  <a:lnTo>
                    <a:pt x="2569442" y="363133"/>
                  </a:lnTo>
                  <a:lnTo>
                    <a:pt x="2600947" y="391053"/>
                  </a:lnTo>
                  <a:lnTo>
                    <a:pt x="2630752" y="419748"/>
                  </a:lnTo>
                  <a:lnTo>
                    <a:pt x="2658810" y="449191"/>
                  </a:lnTo>
                  <a:lnTo>
                    <a:pt x="2685075" y="479352"/>
                  </a:lnTo>
                  <a:lnTo>
                    <a:pt x="2709502" y="510204"/>
                  </a:lnTo>
                  <a:lnTo>
                    <a:pt x="2732045" y="541717"/>
                  </a:lnTo>
                  <a:lnTo>
                    <a:pt x="2752657" y="573864"/>
                  </a:lnTo>
                  <a:lnTo>
                    <a:pt x="2787911" y="639942"/>
                  </a:lnTo>
                  <a:lnTo>
                    <a:pt x="2814896" y="708211"/>
                  </a:lnTo>
                  <a:lnTo>
                    <a:pt x="2833247" y="778442"/>
                  </a:lnTo>
                  <a:lnTo>
                    <a:pt x="2842597" y="850406"/>
                  </a:lnTo>
                  <a:lnTo>
                    <a:pt x="2843784" y="886967"/>
                  </a:lnTo>
                  <a:lnTo>
                    <a:pt x="2842597" y="923529"/>
                  </a:lnTo>
                  <a:lnTo>
                    <a:pt x="2833247" y="995493"/>
                  </a:lnTo>
                  <a:lnTo>
                    <a:pt x="2814896" y="1065724"/>
                  </a:lnTo>
                  <a:lnTo>
                    <a:pt x="2787911" y="1133993"/>
                  </a:lnTo>
                  <a:lnTo>
                    <a:pt x="2752657" y="1200071"/>
                  </a:lnTo>
                  <a:lnTo>
                    <a:pt x="2732045" y="1232218"/>
                  </a:lnTo>
                  <a:lnTo>
                    <a:pt x="2709502" y="1263731"/>
                  </a:lnTo>
                  <a:lnTo>
                    <a:pt x="2685075" y="1294583"/>
                  </a:lnTo>
                  <a:lnTo>
                    <a:pt x="2658810" y="1324744"/>
                  </a:lnTo>
                  <a:lnTo>
                    <a:pt x="2630752" y="1354187"/>
                  </a:lnTo>
                  <a:lnTo>
                    <a:pt x="2600947" y="1382882"/>
                  </a:lnTo>
                  <a:lnTo>
                    <a:pt x="2569442" y="1410802"/>
                  </a:lnTo>
                  <a:lnTo>
                    <a:pt x="2536280" y="1437917"/>
                  </a:lnTo>
                  <a:lnTo>
                    <a:pt x="2501510" y="1464199"/>
                  </a:lnTo>
                  <a:lnTo>
                    <a:pt x="2465175" y="1489620"/>
                  </a:lnTo>
                  <a:lnTo>
                    <a:pt x="2427322" y="1514151"/>
                  </a:lnTo>
                  <a:lnTo>
                    <a:pt x="2387997" y="1537763"/>
                  </a:lnTo>
                  <a:lnTo>
                    <a:pt x="2347245" y="1560428"/>
                  </a:lnTo>
                  <a:lnTo>
                    <a:pt x="2305112" y="1582118"/>
                  </a:lnTo>
                  <a:lnTo>
                    <a:pt x="2261644" y="1602804"/>
                  </a:lnTo>
                  <a:lnTo>
                    <a:pt x="2216886" y="1622457"/>
                  </a:lnTo>
                  <a:lnTo>
                    <a:pt x="2170885" y="1641049"/>
                  </a:lnTo>
                  <a:lnTo>
                    <a:pt x="2123685" y="1658551"/>
                  </a:lnTo>
                  <a:lnTo>
                    <a:pt x="2075334" y="1674935"/>
                  </a:lnTo>
                  <a:lnTo>
                    <a:pt x="2025876" y="1690172"/>
                  </a:lnTo>
                  <a:lnTo>
                    <a:pt x="1975357" y="1704234"/>
                  </a:lnTo>
                  <a:lnTo>
                    <a:pt x="1923823" y="1717092"/>
                  </a:lnTo>
                  <a:lnTo>
                    <a:pt x="1871320" y="1728718"/>
                  </a:lnTo>
                  <a:lnTo>
                    <a:pt x="1817894" y="1739083"/>
                  </a:lnTo>
                  <a:lnTo>
                    <a:pt x="1763589" y="1748158"/>
                  </a:lnTo>
                  <a:lnTo>
                    <a:pt x="1708453" y="1755916"/>
                  </a:lnTo>
                  <a:lnTo>
                    <a:pt x="1652530" y="1762327"/>
                  </a:lnTo>
                  <a:lnTo>
                    <a:pt x="1595867" y="1767363"/>
                  </a:lnTo>
                  <a:lnTo>
                    <a:pt x="1538509" y="1770995"/>
                  </a:lnTo>
                  <a:lnTo>
                    <a:pt x="1480502" y="1773196"/>
                  </a:lnTo>
                  <a:lnTo>
                    <a:pt x="1421892" y="1773935"/>
                  </a:lnTo>
                  <a:lnTo>
                    <a:pt x="1363281" y="1773196"/>
                  </a:lnTo>
                  <a:lnTo>
                    <a:pt x="1305274" y="1770995"/>
                  </a:lnTo>
                  <a:lnTo>
                    <a:pt x="1247916" y="1767363"/>
                  </a:lnTo>
                  <a:lnTo>
                    <a:pt x="1191253" y="1762327"/>
                  </a:lnTo>
                  <a:lnTo>
                    <a:pt x="1135330" y="1755916"/>
                  </a:lnTo>
                  <a:lnTo>
                    <a:pt x="1080194" y="1748158"/>
                  </a:lnTo>
                  <a:lnTo>
                    <a:pt x="1025889" y="1739083"/>
                  </a:lnTo>
                  <a:lnTo>
                    <a:pt x="972463" y="1728718"/>
                  </a:lnTo>
                  <a:lnTo>
                    <a:pt x="919960" y="1717092"/>
                  </a:lnTo>
                  <a:lnTo>
                    <a:pt x="868426" y="1704234"/>
                  </a:lnTo>
                  <a:lnTo>
                    <a:pt x="817907" y="1690172"/>
                  </a:lnTo>
                  <a:lnTo>
                    <a:pt x="768449" y="1674935"/>
                  </a:lnTo>
                  <a:lnTo>
                    <a:pt x="720098" y="1658551"/>
                  </a:lnTo>
                  <a:lnTo>
                    <a:pt x="672898" y="1641049"/>
                  </a:lnTo>
                  <a:lnTo>
                    <a:pt x="626897" y="1622457"/>
                  </a:lnTo>
                  <a:lnTo>
                    <a:pt x="582139" y="1602804"/>
                  </a:lnTo>
                  <a:lnTo>
                    <a:pt x="538671" y="1582118"/>
                  </a:lnTo>
                  <a:lnTo>
                    <a:pt x="496538" y="1560428"/>
                  </a:lnTo>
                  <a:lnTo>
                    <a:pt x="455786" y="1537763"/>
                  </a:lnTo>
                  <a:lnTo>
                    <a:pt x="416461" y="1514151"/>
                  </a:lnTo>
                  <a:lnTo>
                    <a:pt x="378608" y="1489620"/>
                  </a:lnTo>
                  <a:lnTo>
                    <a:pt x="342273" y="1464199"/>
                  </a:lnTo>
                  <a:lnTo>
                    <a:pt x="307503" y="1437917"/>
                  </a:lnTo>
                  <a:lnTo>
                    <a:pt x="274341" y="1410802"/>
                  </a:lnTo>
                  <a:lnTo>
                    <a:pt x="242836" y="1382882"/>
                  </a:lnTo>
                  <a:lnTo>
                    <a:pt x="213031" y="1354187"/>
                  </a:lnTo>
                  <a:lnTo>
                    <a:pt x="184973" y="1324744"/>
                  </a:lnTo>
                  <a:lnTo>
                    <a:pt x="158708" y="1294583"/>
                  </a:lnTo>
                  <a:lnTo>
                    <a:pt x="134281" y="1263731"/>
                  </a:lnTo>
                  <a:lnTo>
                    <a:pt x="111738" y="1232218"/>
                  </a:lnTo>
                  <a:lnTo>
                    <a:pt x="91126" y="1200071"/>
                  </a:lnTo>
                  <a:lnTo>
                    <a:pt x="55872" y="1133993"/>
                  </a:lnTo>
                  <a:lnTo>
                    <a:pt x="28887" y="1065724"/>
                  </a:lnTo>
                  <a:lnTo>
                    <a:pt x="10536" y="995493"/>
                  </a:lnTo>
                  <a:lnTo>
                    <a:pt x="1186" y="923529"/>
                  </a:lnTo>
                  <a:lnTo>
                    <a:pt x="0" y="88696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49111" y="2877312"/>
              <a:ext cx="2075814" cy="1216660"/>
            </a:xfrm>
            <a:custGeom>
              <a:avLst/>
              <a:gdLst/>
              <a:ahLst/>
              <a:cxnLst/>
              <a:rect l="l" t="t" r="r" b="b"/>
              <a:pathLst>
                <a:path w="2075815" h="1216660">
                  <a:moveTo>
                    <a:pt x="0" y="0"/>
                  </a:moveTo>
                  <a:lnTo>
                    <a:pt x="2075688" y="121615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49111" y="2903220"/>
              <a:ext cx="2075814" cy="1214755"/>
            </a:xfrm>
            <a:custGeom>
              <a:avLst/>
              <a:gdLst/>
              <a:ahLst/>
              <a:cxnLst/>
              <a:rect l="l" t="t" r="r" b="b"/>
              <a:pathLst>
                <a:path w="2075815" h="1214754">
                  <a:moveTo>
                    <a:pt x="2075688" y="0"/>
                  </a:moveTo>
                  <a:lnTo>
                    <a:pt x="0" y="121462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553371" y="3097150"/>
            <a:ext cx="63500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Assess business impact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216205" y="3142297"/>
            <a:ext cx="1355725" cy="820419"/>
            <a:chOff x="6216205" y="3142297"/>
            <a:chExt cx="1355725" cy="820419"/>
          </a:xfrm>
        </p:grpSpPr>
        <p:sp>
          <p:nvSpPr>
            <p:cNvPr id="44" name="object 44"/>
            <p:cNvSpPr/>
            <p:nvPr/>
          </p:nvSpPr>
          <p:spPr>
            <a:xfrm>
              <a:off x="6220967" y="3147060"/>
              <a:ext cx="1346200" cy="810895"/>
            </a:xfrm>
            <a:custGeom>
              <a:avLst/>
              <a:gdLst/>
              <a:ahLst/>
              <a:cxnLst/>
              <a:rect l="l" t="t" r="r" b="b"/>
              <a:pathLst>
                <a:path w="1346200" h="810895">
                  <a:moveTo>
                    <a:pt x="672846" y="0"/>
                  </a:moveTo>
                  <a:lnTo>
                    <a:pt x="614790" y="1487"/>
                  </a:lnTo>
                  <a:lnTo>
                    <a:pt x="558106" y="5870"/>
                  </a:lnTo>
                  <a:lnTo>
                    <a:pt x="502995" y="13026"/>
                  </a:lnTo>
                  <a:lnTo>
                    <a:pt x="449659" y="22834"/>
                  </a:lnTo>
                  <a:lnTo>
                    <a:pt x="398301" y="35171"/>
                  </a:lnTo>
                  <a:lnTo>
                    <a:pt x="349121" y="49917"/>
                  </a:lnTo>
                  <a:lnTo>
                    <a:pt x="302323" y="66949"/>
                  </a:lnTo>
                  <a:lnTo>
                    <a:pt x="258109" y="86146"/>
                  </a:lnTo>
                  <a:lnTo>
                    <a:pt x="216679" y="107385"/>
                  </a:lnTo>
                  <a:lnTo>
                    <a:pt x="178237" y="130547"/>
                  </a:lnTo>
                  <a:lnTo>
                    <a:pt x="142983" y="155508"/>
                  </a:lnTo>
                  <a:lnTo>
                    <a:pt x="111121" y="182147"/>
                  </a:lnTo>
                  <a:lnTo>
                    <a:pt x="82851" y="210342"/>
                  </a:lnTo>
                  <a:lnTo>
                    <a:pt x="58377" y="239972"/>
                  </a:lnTo>
                  <a:lnTo>
                    <a:pt x="21621" y="303049"/>
                  </a:lnTo>
                  <a:lnTo>
                    <a:pt x="2469" y="370405"/>
                  </a:lnTo>
                  <a:lnTo>
                    <a:pt x="0" y="405384"/>
                  </a:lnTo>
                  <a:lnTo>
                    <a:pt x="2469" y="440362"/>
                  </a:lnTo>
                  <a:lnTo>
                    <a:pt x="21621" y="507718"/>
                  </a:lnTo>
                  <a:lnTo>
                    <a:pt x="58377" y="570795"/>
                  </a:lnTo>
                  <a:lnTo>
                    <a:pt x="82851" y="600425"/>
                  </a:lnTo>
                  <a:lnTo>
                    <a:pt x="111121" y="628620"/>
                  </a:lnTo>
                  <a:lnTo>
                    <a:pt x="142983" y="655259"/>
                  </a:lnTo>
                  <a:lnTo>
                    <a:pt x="178237" y="680220"/>
                  </a:lnTo>
                  <a:lnTo>
                    <a:pt x="216679" y="703382"/>
                  </a:lnTo>
                  <a:lnTo>
                    <a:pt x="258109" y="724621"/>
                  </a:lnTo>
                  <a:lnTo>
                    <a:pt x="302323" y="743818"/>
                  </a:lnTo>
                  <a:lnTo>
                    <a:pt x="349121" y="760850"/>
                  </a:lnTo>
                  <a:lnTo>
                    <a:pt x="398301" y="775596"/>
                  </a:lnTo>
                  <a:lnTo>
                    <a:pt x="449659" y="787933"/>
                  </a:lnTo>
                  <a:lnTo>
                    <a:pt x="502995" y="797741"/>
                  </a:lnTo>
                  <a:lnTo>
                    <a:pt x="558106" y="804897"/>
                  </a:lnTo>
                  <a:lnTo>
                    <a:pt x="614790" y="809280"/>
                  </a:lnTo>
                  <a:lnTo>
                    <a:pt x="672846" y="810768"/>
                  </a:lnTo>
                  <a:lnTo>
                    <a:pt x="730901" y="809280"/>
                  </a:lnTo>
                  <a:lnTo>
                    <a:pt x="787585" y="804897"/>
                  </a:lnTo>
                  <a:lnTo>
                    <a:pt x="842696" y="797741"/>
                  </a:lnTo>
                  <a:lnTo>
                    <a:pt x="896032" y="787933"/>
                  </a:lnTo>
                  <a:lnTo>
                    <a:pt x="947390" y="775596"/>
                  </a:lnTo>
                  <a:lnTo>
                    <a:pt x="996570" y="760850"/>
                  </a:lnTo>
                  <a:lnTo>
                    <a:pt x="1043368" y="743818"/>
                  </a:lnTo>
                  <a:lnTo>
                    <a:pt x="1087582" y="724621"/>
                  </a:lnTo>
                  <a:lnTo>
                    <a:pt x="1129012" y="703382"/>
                  </a:lnTo>
                  <a:lnTo>
                    <a:pt x="1167454" y="680220"/>
                  </a:lnTo>
                  <a:lnTo>
                    <a:pt x="1202708" y="655259"/>
                  </a:lnTo>
                  <a:lnTo>
                    <a:pt x="1234570" y="628620"/>
                  </a:lnTo>
                  <a:lnTo>
                    <a:pt x="1262840" y="600425"/>
                  </a:lnTo>
                  <a:lnTo>
                    <a:pt x="1287314" y="570795"/>
                  </a:lnTo>
                  <a:lnTo>
                    <a:pt x="1324070" y="507718"/>
                  </a:lnTo>
                  <a:lnTo>
                    <a:pt x="1343222" y="440362"/>
                  </a:lnTo>
                  <a:lnTo>
                    <a:pt x="1345692" y="405384"/>
                  </a:lnTo>
                  <a:lnTo>
                    <a:pt x="1343222" y="370405"/>
                  </a:lnTo>
                  <a:lnTo>
                    <a:pt x="1324070" y="303049"/>
                  </a:lnTo>
                  <a:lnTo>
                    <a:pt x="1287314" y="239972"/>
                  </a:lnTo>
                  <a:lnTo>
                    <a:pt x="1262840" y="210342"/>
                  </a:lnTo>
                  <a:lnTo>
                    <a:pt x="1234570" y="182147"/>
                  </a:lnTo>
                  <a:lnTo>
                    <a:pt x="1202708" y="155508"/>
                  </a:lnTo>
                  <a:lnTo>
                    <a:pt x="1167454" y="130547"/>
                  </a:lnTo>
                  <a:lnTo>
                    <a:pt x="1129012" y="107385"/>
                  </a:lnTo>
                  <a:lnTo>
                    <a:pt x="1087582" y="86146"/>
                  </a:lnTo>
                  <a:lnTo>
                    <a:pt x="1043368" y="66949"/>
                  </a:lnTo>
                  <a:lnTo>
                    <a:pt x="996570" y="49917"/>
                  </a:lnTo>
                  <a:lnTo>
                    <a:pt x="947390" y="35171"/>
                  </a:lnTo>
                  <a:lnTo>
                    <a:pt x="896032" y="22834"/>
                  </a:lnTo>
                  <a:lnTo>
                    <a:pt x="842696" y="13026"/>
                  </a:lnTo>
                  <a:lnTo>
                    <a:pt x="787585" y="5870"/>
                  </a:lnTo>
                  <a:lnTo>
                    <a:pt x="730901" y="1487"/>
                  </a:lnTo>
                  <a:lnTo>
                    <a:pt x="6728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20967" y="3147060"/>
              <a:ext cx="1346200" cy="810895"/>
            </a:xfrm>
            <a:custGeom>
              <a:avLst/>
              <a:gdLst/>
              <a:ahLst/>
              <a:cxnLst/>
              <a:rect l="l" t="t" r="r" b="b"/>
              <a:pathLst>
                <a:path w="1346200" h="810895">
                  <a:moveTo>
                    <a:pt x="0" y="405384"/>
                  </a:moveTo>
                  <a:lnTo>
                    <a:pt x="9744" y="336253"/>
                  </a:lnTo>
                  <a:lnTo>
                    <a:pt x="37900" y="270915"/>
                  </a:lnTo>
                  <a:lnTo>
                    <a:pt x="82851" y="210342"/>
                  </a:lnTo>
                  <a:lnTo>
                    <a:pt x="111121" y="182147"/>
                  </a:lnTo>
                  <a:lnTo>
                    <a:pt x="142983" y="155508"/>
                  </a:lnTo>
                  <a:lnTo>
                    <a:pt x="178237" y="130547"/>
                  </a:lnTo>
                  <a:lnTo>
                    <a:pt x="216679" y="107385"/>
                  </a:lnTo>
                  <a:lnTo>
                    <a:pt x="258109" y="86146"/>
                  </a:lnTo>
                  <a:lnTo>
                    <a:pt x="302323" y="66949"/>
                  </a:lnTo>
                  <a:lnTo>
                    <a:pt x="349121" y="49917"/>
                  </a:lnTo>
                  <a:lnTo>
                    <a:pt x="398301" y="35171"/>
                  </a:lnTo>
                  <a:lnTo>
                    <a:pt x="449659" y="22834"/>
                  </a:lnTo>
                  <a:lnTo>
                    <a:pt x="502995" y="13026"/>
                  </a:lnTo>
                  <a:lnTo>
                    <a:pt x="558106" y="5870"/>
                  </a:lnTo>
                  <a:lnTo>
                    <a:pt x="614790" y="1487"/>
                  </a:lnTo>
                  <a:lnTo>
                    <a:pt x="672846" y="0"/>
                  </a:lnTo>
                  <a:lnTo>
                    <a:pt x="730901" y="1487"/>
                  </a:lnTo>
                  <a:lnTo>
                    <a:pt x="787585" y="5870"/>
                  </a:lnTo>
                  <a:lnTo>
                    <a:pt x="842696" y="13026"/>
                  </a:lnTo>
                  <a:lnTo>
                    <a:pt x="896032" y="22834"/>
                  </a:lnTo>
                  <a:lnTo>
                    <a:pt x="947390" y="35171"/>
                  </a:lnTo>
                  <a:lnTo>
                    <a:pt x="996570" y="49917"/>
                  </a:lnTo>
                  <a:lnTo>
                    <a:pt x="1043368" y="66949"/>
                  </a:lnTo>
                  <a:lnTo>
                    <a:pt x="1087582" y="86146"/>
                  </a:lnTo>
                  <a:lnTo>
                    <a:pt x="1129012" y="107385"/>
                  </a:lnTo>
                  <a:lnTo>
                    <a:pt x="1167454" y="130547"/>
                  </a:lnTo>
                  <a:lnTo>
                    <a:pt x="1202708" y="155508"/>
                  </a:lnTo>
                  <a:lnTo>
                    <a:pt x="1234570" y="182147"/>
                  </a:lnTo>
                  <a:lnTo>
                    <a:pt x="1262840" y="210342"/>
                  </a:lnTo>
                  <a:lnTo>
                    <a:pt x="1287314" y="239972"/>
                  </a:lnTo>
                  <a:lnTo>
                    <a:pt x="1324070" y="303049"/>
                  </a:lnTo>
                  <a:lnTo>
                    <a:pt x="1343222" y="370405"/>
                  </a:lnTo>
                  <a:lnTo>
                    <a:pt x="1345692" y="405384"/>
                  </a:lnTo>
                  <a:lnTo>
                    <a:pt x="1343222" y="440362"/>
                  </a:lnTo>
                  <a:lnTo>
                    <a:pt x="1324070" y="507718"/>
                  </a:lnTo>
                  <a:lnTo>
                    <a:pt x="1287314" y="570795"/>
                  </a:lnTo>
                  <a:lnTo>
                    <a:pt x="1262840" y="600425"/>
                  </a:lnTo>
                  <a:lnTo>
                    <a:pt x="1234570" y="628620"/>
                  </a:lnTo>
                  <a:lnTo>
                    <a:pt x="1202708" y="655259"/>
                  </a:lnTo>
                  <a:lnTo>
                    <a:pt x="1167454" y="680220"/>
                  </a:lnTo>
                  <a:lnTo>
                    <a:pt x="1129012" y="703382"/>
                  </a:lnTo>
                  <a:lnTo>
                    <a:pt x="1087582" y="724621"/>
                  </a:lnTo>
                  <a:lnTo>
                    <a:pt x="1043368" y="743818"/>
                  </a:lnTo>
                  <a:lnTo>
                    <a:pt x="996570" y="760850"/>
                  </a:lnTo>
                  <a:lnTo>
                    <a:pt x="947390" y="775596"/>
                  </a:lnTo>
                  <a:lnTo>
                    <a:pt x="896032" y="787933"/>
                  </a:lnTo>
                  <a:lnTo>
                    <a:pt x="842696" y="797741"/>
                  </a:lnTo>
                  <a:lnTo>
                    <a:pt x="787585" y="804897"/>
                  </a:lnTo>
                  <a:lnTo>
                    <a:pt x="730901" y="809280"/>
                  </a:lnTo>
                  <a:lnTo>
                    <a:pt x="672846" y="810768"/>
                  </a:lnTo>
                  <a:lnTo>
                    <a:pt x="614790" y="809280"/>
                  </a:lnTo>
                  <a:lnTo>
                    <a:pt x="558106" y="804897"/>
                  </a:lnTo>
                  <a:lnTo>
                    <a:pt x="502995" y="797741"/>
                  </a:lnTo>
                  <a:lnTo>
                    <a:pt x="449659" y="787933"/>
                  </a:lnTo>
                  <a:lnTo>
                    <a:pt x="398301" y="775596"/>
                  </a:lnTo>
                  <a:lnTo>
                    <a:pt x="349121" y="760850"/>
                  </a:lnTo>
                  <a:lnTo>
                    <a:pt x="302323" y="743818"/>
                  </a:lnTo>
                  <a:lnTo>
                    <a:pt x="258109" y="724621"/>
                  </a:lnTo>
                  <a:lnTo>
                    <a:pt x="216679" y="703382"/>
                  </a:lnTo>
                  <a:lnTo>
                    <a:pt x="178237" y="680220"/>
                  </a:lnTo>
                  <a:lnTo>
                    <a:pt x="142983" y="655259"/>
                  </a:lnTo>
                  <a:lnTo>
                    <a:pt x="111121" y="628620"/>
                  </a:lnTo>
                  <a:lnTo>
                    <a:pt x="82851" y="600425"/>
                  </a:lnTo>
                  <a:lnTo>
                    <a:pt x="58377" y="570795"/>
                  </a:lnTo>
                  <a:lnTo>
                    <a:pt x="21621" y="507718"/>
                  </a:lnTo>
                  <a:lnTo>
                    <a:pt x="2469" y="440362"/>
                  </a:lnTo>
                  <a:lnTo>
                    <a:pt x="0" y="4053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264147" y="2674875"/>
            <a:ext cx="12109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405" marR="5080" indent="-5334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approval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&amp;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guidelines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84549" y="3238506"/>
            <a:ext cx="407034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 marR="5080" indent="-635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Times New Roman"/>
                <a:cs typeface="Times New Roman"/>
              </a:rPr>
              <a:t>Train users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68814" y="3973670"/>
            <a:ext cx="10890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Deploy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292161" y="2589085"/>
            <a:ext cx="6591934" cy="2070735"/>
            <a:chOff x="1292161" y="2589085"/>
            <a:chExt cx="6591934" cy="2070735"/>
          </a:xfrm>
        </p:grpSpPr>
        <p:sp>
          <p:nvSpPr>
            <p:cNvPr id="50" name="object 50"/>
            <p:cNvSpPr/>
            <p:nvPr/>
          </p:nvSpPr>
          <p:spPr>
            <a:xfrm>
              <a:off x="7691627" y="4142930"/>
              <a:ext cx="137160" cy="77470"/>
            </a:xfrm>
            <a:custGeom>
              <a:avLst/>
              <a:gdLst/>
              <a:ahLst/>
              <a:cxnLst/>
              <a:rect l="l" t="t" r="r" b="b"/>
              <a:pathLst>
                <a:path w="137159" h="77470">
                  <a:moveTo>
                    <a:pt x="0" y="77025"/>
                  </a:moveTo>
                  <a:lnTo>
                    <a:pt x="13670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98559" y="4111755"/>
              <a:ext cx="85090" cy="71120"/>
            </a:xfrm>
            <a:custGeom>
              <a:avLst/>
              <a:gdLst/>
              <a:ahLst/>
              <a:cxnLst/>
              <a:rect l="l" t="t" r="r" b="b"/>
              <a:pathLst>
                <a:path w="85090" h="71120">
                  <a:moveTo>
                    <a:pt x="85090" y="0"/>
                  </a:moveTo>
                  <a:lnTo>
                    <a:pt x="0" y="4216"/>
                  </a:lnTo>
                  <a:lnTo>
                    <a:pt x="37414" y="70599"/>
                  </a:lnTo>
                  <a:lnTo>
                    <a:pt x="85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731764" y="4384544"/>
              <a:ext cx="624840" cy="270510"/>
            </a:xfrm>
            <a:custGeom>
              <a:avLst/>
              <a:gdLst/>
              <a:ahLst/>
              <a:cxnLst/>
              <a:rect l="l" t="t" r="r" b="b"/>
              <a:pathLst>
                <a:path w="624839" h="270510">
                  <a:moveTo>
                    <a:pt x="0" y="269925"/>
                  </a:moveTo>
                  <a:lnTo>
                    <a:pt x="49333" y="269709"/>
                  </a:lnTo>
                  <a:lnTo>
                    <a:pt x="99935" y="267549"/>
                  </a:lnTo>
                  <a:lnTo>
                    <a:pt x="152787" y="261177"/>
                  </a:lnTo>
                  <a:lnTo>
                    <a:pt x="208869" y="248328"/>
                  </a:lnTo>
                  <a:lnTo>
                    <a:pt x="269163" y="226733"/>
                  </a:lnTo>
                  <a:lnTo>
                    <a:pt x="312093" y="205756"/>
                  </a:lnTo>
                  <a:lnTo>
                    <a:pt x="360726" y="177836"/>
                  </a:lnTo>
                  <a:lnTo>
                    <a:pt x="412430" y="145391"/>
                  </a:lnTo>
                  <a:lnTo>
                    <a:pt x="464570" y="110842"/>
                  </a:lnTo>
                  <a:lnTo>
                    <a:pt x="514515" y="76608"/>
                  </a:lnTo>
                  <a:lnTo>
                    <a:pt x="559630" y="45110"/>
                  </a:lnTo>
                  <a:lnTo>
                    <a:pt x="597283" y="18767"/>
                  </a:lnTo>
                  <a:lnTo>
                    <a:pt x="62484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49924" y="4421454"/>
              <a:ext cx="55244" cy="39370"/>
            </a:xfrm>
            <a:custGeom>
              <a:avLst/>
              <a:gdLst/>
              <a:ahLst/>
              <a:cxnLst/>
              <a:rect l="l" t="t" r="r" b="b"/>
              <a:pathLst>
                <a:path w="55245" h="39370">
                  <a:moveTo>
                    <a:pt x="0" y="39293"/>
                  </a:moveTo>
                  <a:lnTo>
                    <a:pt x="5500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72448" y="4384545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84150" y="0"/>
                  </a:moveTo>
                  <a:lnTo>
                    <a:pt x="0" y="13296"/>
                  </a:lnTo>
                  <a:lnTo>
                    <a:pt x="44297" y="75298"/>
                  </a:lnTo>
                  <a:lnTo>
                    <a:pt x="84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296924" y="2593848"/>
              <a:ext cx="2842260" cy="1775460"/>
            </a:xfrm>
            <a:custGeom>
              <a:avLst/>
              <a:gdLst/>
              <a:ahLst/>
              <a:cxnLst/>
              <a:rect l="l" t="t" r="r" b="b"/>
              <a:pathLst>
                <a:path w="2842260" h="1775460">
                  <a:moveTo>
                    <a:pt x="1421130" y="0"/>
                  </a:moveTo>
                  <a:lnTo>
                    <a:pt x="1362550" y="740"/>
                  </a:lnTo>
                  <a:lnTo>
                    <a:pt x="1304574" y="2942"/>
                  </a:lnTo>
                  <a:lnTo>
                    <a:pt x="1247247" y="6578"/>
                  </a:lnTo>
                  <a:lnTo>
                    <a:pt x="1190614" y="11618"/>
                  </a:lnTo>
                  <a:lnTo>
                    <a:pt x="1134721" y="18035"/>
                  </a:lnTo>
                  <a:lnTo>
                    <a:pt x="1079614" y="25799"/>
                  </a:lnTo>
                  <a:lnTo>
                    <a:pt x="1025339" y="34882"/>
                  </a:lnTo>
                  <a:lnTo>
                    <a:pt x="971941" y="45256"/>
                  </a:lnTo>
                  <a:lnTo>
                    <a:pt x="919466" y="56892"/>
                  </a:lnTo>
                  <a:lnTo>
                    <a:pt x="867960" y="69761"/>
                  </a:lnTo>
                  <a:lnTo>
                    <a:pt x="817468" y="83835"/>
                  </a:lnTo>
                  <a:lnTo>
                    <a:pt x="768037" y="99086"/>
                  </a:lnTo>
                  <a:lnTo>
                    <a:pt x="719711" y="115484"/>
                  </a:lnTo>
                  <a:lnTo>
                    <a:pt x="672537" y="133001"/>
                  </a:lnTo>
                  <a:lnTo>
                    <a:pt x="626560" y="151609"/>
                  </a:lnTo>
                  <a:lnTo>
                    <a:pt x="581827" y="171279"/>
                  </a:lnTo>
                  <a:lnTo>
                    <a:pt x="538382" y="191982"/>
                  </a:lnTo>
                  <a:lnTo>
                    <a:pt x="496272" y="213691"/>
                  </a:lnTo>
                  <a:lnTo>
                    <a:pt x="455541" y="236376"/>
                  </a:lnTo>
                  <a:lnTo>
                    <a:pt x="416237" y="260008"/>
                  </a:lnTo>
                  <a:lnTo>
                    <a:pt x="378405" y="284560"/>
                  </a:lnTo>
                  <a:lnTo>
                    <a:pt x="342089" y="310003"/>
                  </a:lnTo>
                  <a:lnTo>
                    <a:pt x="307337" y="336308"/>
                  </a:lnTo>
                  <a:lnTo>
                    <a:pt x="274194" y="363446"/>
                  </a:lnTo>
                  <a:lnTo>
                    <a:pt x="242705" y="391390"/>
                  </a:lnTo>
                  <a:lnTo>
                    <a:pt x="212916" y="420110"/>
                  </a:lnTo>
                  <a:lnTo>
                    <a:pt x="184874" y="449577"/>
                  </a:lnTo>
                  <a:lnTo>
                    <a:pt x="158623" y="479765"/>
                  </a:lnTo>
                  <a:lnTo>
                    <a:pt x="134209" y="510643"/>
                  </a:lnTo>
                  <a:lnTo>
                    <a:pt x="111678" y="542183"/>
                  </a:lnTo>
                  <a:lnTo>
                    <a:pt x="91077" y="574357"/>
                  </a:lnTo>
                  <a:lnTo>
                    <a:pt x="55842" y="640493"/>
                  </a:lnTo>
                  <a:lnTo>
                    <a:pt x="28872" y="708820"/>
                  </a:lnTo>
                  <a:lnTo>
                    <a:pt x="10531" y="779111"/>
                  </a:lnTo>
                  <a:lnTo>
                    <a:pt x="1185" y="851137"/>
                  </a:lnTo>
                  <a:lnTo>
                    <a:pt x="0" y="887729"/>
                  </a:lnTo>
                  <a:lnTo>
                    <a:pt x="1185" y="924322"/>
                  </a:lnTo>
                  <a:lnTo>
                    <a:pt x="10531" y="996348"/>
                  </a:lnTo>
                  <a:lnTo>
                    <a:pt x="28872" y="1066639"/>
                  </a:lnTo>
                  <a:lnTo>
                    <a:pt x="55842" y="1134966"/>
                  </a:lnTo>
                  <a:lnTo>
                    <a:pt x="91077" y="1201102"/>
                  </a:lnTo>
                  <a:lnTo>
                    <a:pt x="111678" y="1233276"/>
                  </a:lnTo>
                  <a:lnTo>
                    <a:pt x="134209" y="1264816"/>
                  </a:lnTo>
                  <a:lnTo>
                    <a:pt x="158623" y="1295694"/>
                  </a:lnTo>
                  <a:lnTo>
                    <a:pt x="184874" y="1325882"/>
                  </a:lnTo>
                  <a:lnTo>
                    <a:pt x="212916" y="1355349"/>
                  </a:lnTo>
                  <a:lnTo>
                    <a:pt x="242705" y="1384069"/>
                  </a:lnTo>
                  <a:lnTo>
                    <a:pt x="274194" y="1412013"/>
                  </a:lnTo>
                  <a:lnTo>
                    <a:pt x="307337" y="1439151"/>
                  </a:lnTo>
                  <a:lnTo>
                    <a:pt x="342089" y="1465456"/>
                  </a:lnTo>
                  <a:lnTo>
                    <a:pt x="378405" y="1490899"/>
                  </a:lnTo>
                  <a:lnTo>
                    <a:pt x="416237" y="1515451"/>
                  </a:lnTo>
                  <a:lnTo>
                    <a:pt x="455541" y="1539083"/>
                  </a:lnTo>
                  <a:lnTo>
                    <a:pt x="496272" y="1561768"/>
                  </a:lnTo>
                  <a:lnTo>
                    <a:pt x="538382" y="1583477"/>
                  </a:lnTo>
                  <a:lnTo>
                    <a:pt x="581827" y="1604180"/>
                  </a:lnTo>
                  <a:lnTo>
                    <a:pt x="626560" y="1623850"/>
                  </a:lnTo>
                  <a:lnTo>
                    <a:pt x="672537" y="1642458"/>
                  </a:lnTo>
                  <a:lnTo>
                    <a:pt x="719711" y="1659975"/>
                  </a:lnTo>
                  <a:lnTo>
                    <a:pt x="768037" y="1676373"/>
                  </a:lnTo>
                  <a:lnTo>
                    <a:pt x="817468" y="1691624"/>
                  </a:lnTo>
                  <a:lnTo>
                    <a:pt x="867960" y="1705698"/>
                  </a:lnTo>
                  <a:lnTo>
                    <a:pt x="919466" y="1718567"/>
                  </a:lnTo>
                  <a:lnTo>
                    <a:pt x="971941" y="1730203"/>
                  </a:lnTo>
                  <a:lnTo>
                    <a:pt x="1025339" y="1740577"/>
                  </a:lnTo>
                  <a:lnTo>
                    <a:pt x="1079614" y="1749660"/>
                  </a:lnTo>
                  <a:lnTo>
                    <a:pt x="1134721" y="1757424"/>
                  </a:lnTo>
                  <a:lnTo>
                    <a:pt x="1190614" y="1763841"/>
                  </a:lnTo>
                  <a:lnTo>
                    <a:pt x="1247247" y="1768881"/>
                  </a:lnTo>
                  <a:lnTo>
                    <a:pt x="1304574" y="1772517"/>
                  </a:lnTo>
                  <a:lnTo>
                    <a:pt x="1362550" y="1774719"/>
                  </a:lnTo>
                  <a:lnTo>
                    <a:pt x="1421130" y="1775459"/>
                  </a:lnTo>
                  <a:lnTo>
                    <a:pt x="1479709" y="1774719"/>
                  </a:lnTo>
                  <a:lnTo>
                    <a:pt x="1537685" y="1772517"/>
                  </a:lnTo>
                  <a:lnTo>
                    <a:pt x="1595012" y="1768881"/>
                  </a:lnTo>
                  <a:lnTo>
                    <a:pt x="1651645" y="1763841"/>
                  </a:lnTo>
                  <a:lnTo>
                    <a:pt x="1707538" y="1757424"/>
                  </a:lnTo>
                  <a:lnTo>
                    <a:pt x="1762645" y="1749660"/>
                  </a:lnTo>
                  <a:lnTo>
                    <a:pt x="1816920" y="1740577"/>
                  </a:lnTo>
                  <a:lnTo>
                    <a:pt x="1870318" y="1730203"/>
                  </a:lnTo>
                  <a:lnTo>
                    <a:pt x="1922793" y="1718567"/>
                  </a:lnTo>
                  <a:lnTo>
                    <a:pt x="1974299" y="1705698"/>
                  </a:lnTo>
                  <a:lnTo>
                    <a:pt x="2024791" y="1691624"/>
                  </a:lnTo>
                  <a:lnTo>
                    <a:pt x="2074222" y="1676373"/>
                  </a:lnTo>
                  <a:lnTo>
                    <a:pt x="2122548" y="1659975"/>
                  </a:lnTo>
                  <a:lnTo>
                    <a:pt x="2169722" y="1642458"/>
                  </a:lnTo>
                  <a:lnTo>
                    <a:pt x="2215699" y="1623850"/>
                  </a:lnTo>
                  <a:lnTo>
                    <a:pt x="2260432" y="1604180"/>
                  </a:lnTo>
                  <a:lnTo>
                    <a:pt x="2303877" y="1583477"/>
                  </a:lnTo>
                  <a:lnTo>
                    <a:pt x="2345987" y="1561768"/>
                  </a:lnTo>
                  <a:lnTo>
                    <a:pt x="2386718" y="1539083"/>
                  </a:lnTo>
                  <a:lnTo>
                    <a:pt x="2426022" y="1515451"/>
                  </a:lnTo>
                  <a:lnTo>
                    <a:pt x="2463854" y="1490899"/>
                  </a:lnTo>
                  <a:lnTo>
                    <a:pt x="2500170" y="1465456"/>
                  </a:lnTo>
                  <a:lnTo>
                    <a:pt x="2534922" y="1439151"/>
                  </a:lnTo>
                  <a:lnTo>
                    <a:pt x="2568065" y="1412013"/>
                  </a:lnTo>
                  <a:lnTo>
                    <a:pt x="2599554" y="1384069"/>
                  </a:lnTo>
                  <a:lnTo>
                    <a:pt x="2629343" y="1355349"/>
                  </a:lnTo>
                  <a:lnTo>
                    <a:pt x="2657385" y="1325882"/>
                  </a:lnTo>
                  <a:lnTo>
                    <a:pt x="2683636" y="1295694"/>
                  </a:lnTo>
                  <a:lnTo>
                    <a:pt x="2708050" y="1264816"/>
                  </a:lnTo>
                  <a:lnTo>
                    <a:pt x="2730581" y="1233276"/>
                  </a:lnTo>
                  <a:lnTo>
                    <a:pt x="2751182" y="1201102"/>
                  </a:lnTo>
                  <a:lnTo>
                    <a:pt x="2786417" y="1134966"/>
                  </a:lnTo>
                  <a:lnTo>
                    <a:pt x="2813387" y="1066639"/>
                  </a:lnTo>
                  <a:lnTo>
                    <a:pt x="2831728" y="996348"/>
                  </a:lnTo>
                  <a:lnTo>
                    <a:pt x="2841074" y="924322"/>
                  </a:lnTo>
                  <a:lnTo>
                    <a:pt x="2842260" y="887729"/>
                  </a:lnTo>
                  <a:lnTo>
                    <a:pt x="2841074" y="851137"/>
                  </a:lnTo>
                  <a:lnTo>
                    <a:pt x="2831728" y="779111"/>
                  </a:lnTo>
                  <a:lnTo>
                    <a:pt x="2813387" y="708820"/>
                  </a:lnTo>
                  <a:lnTo>
                    <a:pt x="2786417" y="640493"/>
                  </a:lnTo>
                  <a:lnTo>
                    <a:pt x="2751182" y="574357"/>
                  </a:lnTo>
                  <a:lnTo>
                    <a:pt x="2730581" y="542183"/>
                  </a:lnTo>
                  <a:lnTo>
                    <a:pt x="2708050" y="510643"/>
                  </a:lnTo>
                  <a:lnTo>
                    <a:pt x="2683636" y="479765"/>
                  </a:lnTo>
                  <a:lnTo>
                    <a:pt x="2657385" y="449577"/>
                  </a:lnTo>
                  <a:lnTo>
                    <a:pt x="2629343" y="420110"/>
                  </a:lnTo>
                  <a:lnTo>
                    <a:pt x="2599554" y="391390"/>
                  </a:lnTo>
                  <a:lnTo>
                    <a:pt x="2568065" y="363446"/>
                  </a:lnTo>
                  <a:lnTo>
                    <a:pt x="2534922" y="336308"/>
                  </a:lnTo>
                  <a:lnTo>
                    <a:pt x="2500170" y="310003"/>
                  </a:lnTo>
                  <a:lnTo>
                    <a:pt x="2463854" y="284560"/>
                  </a:lnTo>
                  <a:lnTo>
                    <a:pt x="2426022" y="260008"/>
                  </a:lnTo>
                  <a:lnTo>
                    <a:pt x="2386718" y="236376"/>
                  </a:lnTo>
                  <a:lnTo>
                    <a:pt x="2345987" y="213691"/>
                  </a:lnTo>
                  <a:lnTo>
                    <a:pt x="2303877" y="191982"/>
                  </a:lnTo>
                  <a:lnTo>
                    <a:pt x="2260432" y="171279"/>
                  </a:lnTo>
                  <a:lnTo>
                    <a:pt x="2215699" y="151609"/>
                  </a:lnTo>
                  <a:lnTo>
                    <a:pt x="2169722" y="133001"/>
                  </a:lnTo>
                  <a:lnTo>
                    <a:pt x="2122548" y="115484"/>
                  </a:lnTo>
                  <a:lnTo>
                    <a:pt x="2074222" y="99086"/>
                  </a:lnTo>
                  <a:lnTo>
                    <a:pt x="2024791" y="83835"/>
                  </a:lnTo>
                  <a:lnTo>
                    <a:pt x="1974299" y="69761"/>
                  </a:lnTo>
                  <a:lnTo>
                    <a:pt x="1922793" y="56892"/>
                  </a:lnTo>
                  <a:lnTo>
                    <a:pt x="1870318" y="45256"/>
                  </a:lnTo>
                  <a:lnTo>
                    <a:pt x="1816920" y="34882"/>
                  </a:lnTo>
                  <a:lnTo>
                    <a:pt x="1762645" y="25799"/>
                  </a:lnTo>
                  <a:lnTo>
                    <a:pt x="1707538" y="18035"/>
                  </a:lnTo>
                  <a:lnTo>
                    <a:pt x="1651645" y="11618"/>
                  </a:lnTo>
                  <a:lnTo>
                    <a:pt x="1595012" y="6578"/>
                  </a:lnTo>
                  <a:lnTo>
                    <a:pt x="1537685" y="2942"/>
                  </a:lnTo>
                  <a:lnTo>
                    <a:pt x="1479709" y="740"/>
                  </a:lnTo>
                  <a:lnTo>
                    <a:pt x="1421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296924" y="2593848"/>
              <a:ext cx="2842260" cy="1775460"/>
            </a:xfrm>
            <a:custGeom>
              <a:avLst/>
              <a:gdLst/>
              <a:ahLst/>
              <a:cxnLst/>
              <a:rect l="l" t="t" r="r" b="b"/>
              <a:pathLst>
                <a:path w="2842260" h="1775460">
                  <a:moveTo>
                    <a:pt x="0" y="887729"/>
                  </a:moveTo>
                  <a:lnTo>
                    <a:pt x="4710" y="814921"/>
                  </a:lnTo>
                  <a:lnTo>
                    <a:pt x="18600" y="743734"/>
                  </a:lnTo>
                  <a:lnTo>
                    <a:pt x="41301" y="674396"/>
                  </a:lnTo>
                  <a:lnTo>
                    <a:pt x="72449" y="607137"/>
                  </a:lnTo>
                  <a:lnTo>
                    <a:pt x="111678" y="542183"/>
                  </a:lnTo>
                  <a:lnTo>
                    <a:pt x="134209" y="510643"/>
                  </a:lnTo>
                  <a:lnTo>
                    <a:pt x="158623" y="479765"/>
                  </a:lnTo>
                  <a:lnTo>
                    <a:pt x="184874" y="449577"/>
                  </a:lnTo>
                  <a:lnTo>
                    <a:pt x="212916" y="420110"/>
                  </a:lnTo>
                  <a:lnTo>
                    <a:pt x="242705" y="391390"/>
                  </a:lnTo>
                  <a:lnTo>
                    <a:pt x="274194" y="363446"/>
                  </a:lnTo>
                  <a:lnTo>
                    <a:pt x="307337" y="336308"/>
                  </a:lnTo>
                  <a:lnTo>
                    <a:pt x="342089" y="310003"/>
                  </a:lnTo>
                  <a:lnTo>
                    <a:pt x="378405" y="284560"/>
                  </a:lnTo>
                  <a:lnTo>
                    <a:pt x="416237" y="260008"/>
                  </a:lnTo>
                  <a:lnTo>
                    <a:pt x="455541" y="236376"/>
                  </a:lnTo>
                  <a:lnTo>
                    <a:pt x="496272" y="213691"/>
                  </a:lnTo>
                  <a:lnTo>
                    <a:pt x="538382" y="191982"/>
                  </a:lnTo>
                  <a:lnTo>
                    <a:pt x="581827" y="171279"/>
                  </a:lnTo>
                  <a:lnTo>
                    <a:pt x="626560" y="151609"/>
                  </a:lnTo>
                  <a:lnTo>
                    <a:pt x="672537" y="133001"/>
                  </a:lnTo>
                  <a:lnTo>
                    <a:pt x="719711" y="115484"/>
                  </a:lnTo>
                  <a:lnTo>
                    <a:pt x="768037" y="99086"/>
                  </a:lnTo>
                  <a:lnTo>
                    <a:pt x="817468" y="83835"/>
                  </a:lnTo>
                  <a:lnTo>
                    <a:pt x="867960" y="69761"/>
                  </a:lnTo>
                  <a:lnTo>
                    <a:pt x="919466" y="56892"/>
                  </a:lnTo>
                  <a:lnTo>
                    <a:pt x="971941" y="45256"/>
                  </a:lnTo>
                  <a:lnTo>
                    <a:pt x="1025339" y="34882"/>
                  </a:lnTo>
                  <a:lnTo>
                    <a:pt x="1079614" y="25799"/>
                  </a:lnTo>
                  <a:lnTo>
                    <a:pt x="1134721" y="18035"/>
                  </a:lnTo>
                  <a:lnTo>
                    <a:pt x="1190614" y="11618"/>
                  </a:lnTo>
                  <a:lnTo>
                    <a:pt x="1247247" y="6578"/>
                  </a:lnTo>
                  <a:lnTo>
                    <a:pt x="1304574" y="2942"/>
                  </a:lnTo>
                  <a:lnTo>
                    <a:pt x="1362550" y="740"/>
                  </a:lnTo>
                  <a:lnTo>
                    <a:pt x="1421130" y="0"/>
                  </a:lnTo>
                  <a:lnTo>
                    <a:pt x="1479709" y="740"/>
                  </a:lnTo>
                  <a:lnTo>
                    <a:pt x="1537685" y="2942"/>
                  </a:lnTo>
                  <a:lnTo>
                    <a:pt x="1595012" y="6578"/>
                  </a:lnTo>
                  <a:lnTo>
                    <a:pt x="1651645" y="11618"/>
                  </a:lnTo>
                  <a:lnTo>
                    <a:pt x="1707538" y="18035"/>
                  </a:lnTo>
                  <a:lnTo>
                    <a:pt x="1762645" y="25799"/>
                  </a:lnTo>
                  <a:lnTo>
                    <a:pt x="1816920" y="34882"/>
                  </a:lnTo>
                  <a:lnTo>
                    <a:pt x="1870318" y="45256"/>
                  </a:lnTo>
                  <a:lnTo>
                    <a:pt x="1922793" y="56892"/>
                  </a:lnTo>
                  <a:lnTo>
                    <a:pt x="1974299" y="69761"/>
                  </a:lnTo>
                  <a:lnTo>
                    <a:pt x="2024791" y="83835"/>
                  </a:lnTo>
                  <a:lnTo>
                    <a:pt x="2074222" y="99086"/>
                  </a:lnTo>
                  <a:lnTo>
                    <a:pt x="2122548" y="115484"/>
                  </a:lnTo>
                  <a:lnTo>
                    <a:pt x="2169722" y="133001"/>
                  </a:lnTo>
                  <a:lnTo>
                    <a:pt x="2215699" y="151609"/>
                  </a:lnTo>
                  <a:lnTo>
                    <a:pt x="2260432" y="171279"/>
                  </a:lnTo>
                  <a:lnTo>
                    <a:pt x="2303877" y="191982"/>
                  </a:lnTo>
                  <a:lnTo>
                    <a:pt x="2345987" y="213691"/>
                  </a:lnTo>
                  <a:lnTo>
                    <a:pt x="2386718" y="236376"/>
                  </a:lnTo>
                  <a:lnTo>
                    <a:pt x="2426022" y="260008"/>
                  </a:lnTo>
                  <a:lnTo>
                    <a:pt x="2463854" y="284560"/>
                  </a:lnTo>
                  <a:lnTo>
                    <a:pt x="2500170" y="310003"/>
                  </a:lnTo>
                  <a:lnTo>
                    <a:pt x="2534922" y="336308"/>
                  </a:lnTo>
                  <a:lnTo>
                    <a:pt x="2568065" y="363446"/>
                  </a:lnTo>
                  <a:lnTo>
                    <a:pt x="2599554" y="391390"/>
                  </a:lnTo>
                  <a:lnTo>
                    <a:pt x="2629343" y="420110"/>
                  </a:lnTo>
                  <a:lnTo>
                    <a:pt x="2657385" y="449577"/>
                  </a:lnTo>
                  <a:lnTo>
                    <a:pt x="2683636" y="479765"/>
                  </a:lnTo>
                  <a:lnTo>
                    <a:pt x="2708050" y="510643"/>
                  </a:lnTo>
                  <a:lnTo>
                    <a:pt x="2730581" y="542183"/>
                  </a:lnTo>
                  <a:lnTo>
                    <a:pt x="2751182" y="574357"/>
                  </a:lnTo>
                  <a:lnTo>
                    <a:pt x="2786417" y="640493"/>
                  </a:lnTo>
                  <a:lnTo>
                    <a:pt x="2813387" y="708820"/>
                  </a:lnTo>
                  <a:lnTo>
                    <a:pt x="2831728" y="779111"/>
                  </a:lnTo>
                  <a:lnTo>
                    <a:pt x="2841074" y="851137"/>
                  </a:lnTo>
                  <a:lnTo>
                    <a:pt x="2842260" y="887729"/>
                  </a:lnTo>
                  <a:lnTo>
                    <a:pt x="2841074" y="924322"/>
                  </a:lnTo>
                  <a:lnTo>
                    <a:pt x="2831728" y="996348"/>
                  </a:lnTo>
                  <a:lnTo>
                    <a:pt x="2813387" y="1066639"/>
                  </a:lnTo>
                  <a:lnTo>
                    <a:pt x="2786417" y="1134966"/>
                  </a:lnTo>
                  <a:lnTo>
                    <a:pt x="2751182" y="1201102"/>
                  </a:lnTo>
                  <a:lnTo>
                    <a:pt x="2730581" y="1233276"/>
                  </a:lnTo>
                  <a:lnTo>
                    <a:pt x="2708050" y="1264816"/>
                  </a:lnTo>
                  <a:lnTo>
                    <a:pt x="2683636" y="1295694"/>
                  </a:lnTo>
                  <a:lnTo>
                    <a:pt x="2657385" y="1325882"/>
                  </a:lnTo>
                  <a:lnTo>
                    <a:pt x="2629343" y="1355349"/>
                  </a:lnTo>
                  <a:lnTo>
                    <a:pt x="2599554" y="1384069"/>
                  </a:lnTo>
                  <a:lnTo>
                    <a:pt x="2568065" y="1412013"/>
                  </a:lnTo>
                  <a:lnTo>
                    <a:pt x="2534922" y="1439151"/>
                  </a:lnTo>
                  <a:lnTo>
                    <a:pt x="2500170" y="1465456"/>
                  </a:lnTo>
                  <a:lnTo>
                    <a:pt x="2463854" y="1490899"/>
                  </a:lnTo>
                  <a:lnTo>
                    <a:pt x="2426022" y="1515451"/>
                  </a:lnTo>
                  <a:lnTo>
                    <a:pt x="2386718" y="1539083"/>
                  </a:lnTo>
                  <a:lnTo>
                    <a:pt x="2345987" y="1561768"/>
                  </a:lnTo>
                  <a:lnTo>
                    <a:pt x="2303877" y="1583477"/>
                  </a:lnTo>
                  <a:lnTo>
                    <a:pt x="2260432" y="1604180"/>
                  </a:lnTo>
                  <a:lnTo>
                    <a:pt x="2215699" y="1623850"/>
                  </a:lnTo>
                  <a:lnTo>
                    <a:pt x="2169722" y="1642458"/>
                  </a:lnTo>
                  <a:lnTo>
                    <a:pt x="2122548" y="1659975"/>
                  </a:lnTo>
                  <a:lnTo>
                    <a:pt x="2074222" y="1676373"/>
                  </a:lnTo>
                  <a:lnTo>
                    <a:pt x="2024791" y="1691624"/>
                  </a:lnTo>
                  <a:lnTo>
                    <a:pt x="1974299" y="1705698"/>
                  </a:lnTo>
                  <a:lnTo>
                    <a:pt x="1922793" y="1718567"/>
                  </a:lnTo>
                  <a:lnTo>
                    <a:pt x="1870318" y="1730203"/>
                  </a:lnTo>
                  <a:lnTo>
                    <a:pt x="1816920" y="1740577"/>
                  </a:lnTo>
                  <a:lnTo>
                    <a:pt x="1762645" y="1749660"/>
                  </a:lnTo>
                  <a:lnTo>
                    <a:pt x="1707538" y="1757424"/>
                  </a:lnTo>
                  <a:lnTo>
                    <a:pt x="1651645" y="1763841"/>
                  </a:lnTo>
                  <a:lnTo>
                    <a:pt x="1595012" y="1768881"/>
                  </a:lnTo>
                  <a:lnTo>
                    <a:pt x="1537685" y="1772517"/>
                  </a:lnTo>
                  <a:lnTo>
                    <a:pt x="1479709" y="1774719"/>
                  </a:lnTo>
                  <a:lnTo>
                    <a:pt x="1421130" y="1775459"/>
                  </a:lnTo>
                  <a:lnTo>
                    <a:pt x="1362550" y="1774719"/>
                  </a:lnTo>
                  <a:lnTo>
                    <a:pt x="1304574" y="1772517"/>
                  </a:lnTo>
                  <a:lnTo>
                    <a:pt x="1247247" y="1768881"/>
                  </a:lnTo>
                  <a:lnTo>
                    <a:pt x="1190614" y="1763841"/>
                  </a:lnTo>
                  <a:lnTo>
                    <a:pt x="1134721" y="1757424"/>
                  </a:lnTo>
                  <a:lnTo>
                    <a:pt x="1079614" y="1749660"/>
                  </a:lnTo>
                  <a:lnTo>
                    <a:pt x="1025339" y="1740577"/>
                  </a:lnTo>
                  <a:lnTo>
                    <a:pt x="971941" y="1730203"/>
                  </a:lnTo>
                  <a:lnTo>
                    <a:pt x="919466" y="1718567"/>
                  </a:lnTo>
                  <a:lnTo>
                    <a:pt x="867960" y="1705698"/>
                  </a:lnTo>
                  <a:lnTo>
                    <a:pt x="817468" y="1691624"/>
                  </a:lnTo>
                  <a:lnTo>
                    <a:pt x="768037" y="1676373"/>
                  </a:lnTo>
                  <a:lnTo>
                    <a:pt x="719711" y="1659975"/>
                  </a:lnTo>
                  <a:lnTo>
                    <a:pt x="672537" y="1642458"/>
                  </a:lnTo>
                  <a:lnTo>
                    <a:pt x="626560" y="1623850"/>
                  </a:lnTo>
                  <a:lnTo>
                    <a:pt x="581827" y="1604180"/>
                  </a:lnTo>
                  <a:lnTo>
                    <a:pt x="538382" y="1583477"/>
                  </a:lnTo>
                  <a:lnTo>
                    <a:pt x="496272" y="1561768"/>
                  </a:lnTo>
                  <a:lnTo>
                    <a:pt x="455541" y="1539083"/>
                  </a:lnTo>
                  <a:lnTo>
                    <a:pt x="416237" y="1515451"/>
                  </a:lnTo>
                  <a:lnTo>
                    <a:pt x="378405" y="1490899"/>
                  </a:lnTo>
                  <a:lnTo>
                    <a:pt x="342089" y="1465456"/>
                  </a:lnTo>
                  <a:lnTo>
                    <a:pt x="307337" y="1439151"/>
                  </a:lnTo>
                  <a:lnTo>
                    <a:pt x="274194" y="1412013"/>
                  </a:lnTo>
                  <a:lnTo>
                    <a:pt x="242705" y="1384069"/>
                  </a:lnTo>
                  <a:lnTo>
                    <a:pt x="212916" y="1355349"/>
                  </a:lnTo>
                  <a:lnTo>
                    <a:pt x="184874" y="1325882"/>
                  </a:lnTo>
                  <a:lnTo>
                    <a:pt x="158623" y="1295694"/>
                  </a:lnTo>
                  <a:lnTo>
                    <a:pt x="134209" y="1264816"/>
                  </a:lnTo>
                  <a:lnTo>
                    <a:pt x="111678" y="1233276"/>
                  </a:lnTo>
                  <a:lnTo>
                    <a:pt x="91077" y="1201102"/>
                  </a:lnTo>
                  <a:lnTo>
                    <a:pt x="55842" y="1134966"/>
                  </a:lnTo>
                  <a:lnTo>
                    <a:pt x="28872" y="1066639"/>
                  </a:lnTo>
                  <a:lnTo>
                    <a:pt x="10531" y="996348"/>
                  </a:lnTo>
                  <a:lnTo>
                    <a:pt x="1185" y="924322"/>
                  </a:lnTo>
                  <a:lnTo>
                    <a:pt x="0" y="8877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91640" y="2866644"/>
              <a:ext cx="2075814" cy="1216660"/>
            </a:xfrm>
            <a:custGeom>
              <a:avLst/>
              <a:gdLst/>
              <a:ahLst/>
              <a:cxnLst/>
              <a:rect l="l" t="t" r="r" b="b"/>
              <a:pathLst>
                <a:path w="2075814" h="1216660">
                  <a:moveTo>
                    <a:pt x="0" y="0"/>
                  </a:moveTo>
                  <a:lnTo>
                    <a:pt x="2075688" y="121615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691640" y="2892552"/>
              <a:ext cx="2075814" cy="1214755"/>
            </a:xfrm>
            <a:custGeom>
              <a:avLst/>
              <a:gdLst/>
              <a:ahLst/>
              <a:cxnLst/>
              <a:rect l="l" t="t" r="r" b="b"/>
              <a:pathLst>
                <a:path w="2075814" h="1214754">
                  <a:moveTo>
                    <a:pt x="2075688" y="0"/>
                  </a:moveTo>
                  <a:lnTo>
                    <a:pt x="0" y="121462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112263" y="2996184"/>
              <a:ext cx="1219200" cy="981710"/>
            </a:xfrm>
            <a:custGeom>
              <a:avLst/>
              <a:gdLst/>
              <a:ahLst/>
              <a:cxnLst/>
              <a:rect l="l" t="t" r="r" b="b"/>
              <a:pathLst>
                <a:path w="1219200" h="981710">
                  <a:moveTo>
                    <a:pt x="609600" y="0"/>
                  </a:moveTo>
                  <a:lnTo>
                    <a:pt x="557000" y="1801"/>
                  </a:lnTo>
                  <a:lnTo>
                    <a:pt x="505644" y="7106"/>
                  </a:lnTo>
                  <a:lnTo>
                    <a:pt x="455713" y="15769"/>
                  </a:lnTo>
                  <a:lnTo>
                    <a:pt x="407390" y="27642"/>
                  </a:lnTo>
                  <a:lnTo>
                    <a:pt x="360859" y="42577"/>
                  </a:lnTo>
                  <a:lnTo>
                    <a:pt x="316303" y="60427"/>
                  </a:lnTo>
                  <a:lnTo>
                    <a:pt x="273904" y="81045"/>
                  </a:lnTo>
                  <a:lnTo>
                    <a:pt x="233845" y="104283"/>
                  </a:lnTo>
                  <a:lnTo>
                    <a:pt x="196310" y="129995"/>
                  </a:lnTo>
                  <a:lnTo>
                    <a:pt x="161481" y="158032"/>
                  </a:lnTo>
                  <a:lnTo>
                    <a:pt x="129541" y="188248"/>
                  </a:lnTo>
                  <a:lnTo>
                    <a:pt x="100674" y="220495"/>
                  </a:lnTo>
                  <a:lnTo>
                    <a:pt x="75063" y="254627"/>
                  </a:lnTo>
                  <a:lnTo>
                    <a:pt x="52889" y="290494"/>
                  </a:lnTo>
                  <a:lnTo>
                    <a:pt x="34337" y="327952"/>
                  </a:lnTo>
                  <a:lnTo>
                    <a:pt x="19589" y="366851"/>
                  </a:lnTo>
                  <a:lnTo>
                    <a:pt x="8828" y="407045"/>
                  </a:lnTo>
                  <a:lnTo>
                    <a:pt x="2237" y="448386"/>
                  </a:lnTo>
                  <a:lnTo>
                    <a:pt x="0" y="490727"/>
                  </a:lnTo>
                  <a:lnTo>
                    <a:pt x="2237" y="533069"/>
                  </a:lnTo>
                  <a:lnTo>
                    <a:pt x="8828" y="574410"/>
                  </a:lnTo>
                  <a:lnTo>
                    <a:pt x="19589" y="614604"/>
                  </a:lnTo>
                  <a:lnTo>
                    <a:pt x="34337" y="653503"/>
                  </a:lnTo>
                  <a:lnTo>
                    <a:pt x="52889" y="690961"/>
                  </a:lnTo>
                  <a:lnTo>
                    <a:pt x="75063" y="726828"/>
                  </a:lnTo>
                  <a:lnTo>
                    <a:pt x="100674" y="760960"/>
                  </a:lnTo>
                  <a:lnTo>
                    <a:pt x="129541" y="793207"/>
                  </a:lnTo>
                  <a:lnTo>
                    <a:pt x="161481" y="823423"/>
                  </a:lnTo>
                  <a:lnTo>
                    <a:pt x="196310" y="851460"/>
                  </a:lnTo>
                  <a:lnTo>
                    <a:pt x="233845" y="877172"/>
                  </a:lnTo>
                  <a:lnTo>
                    <a:pt x="273904" y="900410"/>
                  </a:lnTo>
                  <a:lnTo>
                    <a:pt x="316303" y="921028"/>
                  </a:lnTo>
                  <a:lnTo>
                    <a:pt x="360859" y="938878"/>
                  </a:lnTo>
                  <a:lnTo>
                    <a:pt x="407390" y="953813"/>
                  </a:lnTo>
                  <a:lnTo>
                    <a:pt x="455713" y="965686"/>
                  </a:lnTo>
                  <a:lnTo>
                    <a:pt x="505644" y="974349"/>
                  </a:lnTo>
                  <a:lnTo>
                    <a:pt x="557000" y="979654"/>
                  </a:lnTo>
                  <a:lnTo>
                    <a:pt x="609600" y="981455"/>
                  </a:lnTo>
                  <a:lnTo>
                    <a:pt x="662199" y="979654"/>
                  </a:lnTo>
                  <a:lnTo>
                    <a:pt x="713555" y="974349"/>
                  </a:lnTo>
                  <a:lnTo>
                    <a:pt x="763486" y="965686"/>
                  </a:lnTo>
                  <a:lnTo>
                    <a:pt x="811809" y="953813"/>
                  </a:lnTo>
                  <a:lnTo>
                    <a:pt x="858340" y="938878"/>
                  </a:lnTo>
                  <a:lnTo>
                    <a:pt x="902896" y="921028"/>
                  </a:lnTo>
                  <a:lnTo>
                    <a:pt x="945295" y="900410"/>
                  </a:lnTo>
                  <a:lnTo>
                    <a:pt x="985354" y="877172"/>
                  </a:lnTo>
                  <a:lnTo>
                    <a:pt x="1022889" y="851460"/>
                  </a:lnTo>
                  <a:lnTo>
                    <a:pt x="1057718" y="823423"/>
                  </a:lnTo>
                  <a:lnTo>
                    <a:pt x="1089658" y="793207"/>
                  </a:lnTo>
                  <a:lnTo>
                    <a:pt x="1118525" y="760960"/>
                  </a:lnTo>
                  <a:lnTo>
                    <a:pt x="1144136" y="726828"/>
                  </a:lnTo>
                  <a:lnTo>
                    <a:pt x="1166310" y="690961"/>
                  </a:lnTo>
                  <a:lnTo>
                    <a:pt x="1184862" y="653503"/>
                  </a:lnTo>
                  <a:lnTo>
                    <a:pt x="1199610" y="614604"/>
                  </a:lnTo>
                  <a:lnTo>
                    <a:pt x="1210371" y="574410"/>
                  </a:lnTo>
                  <a:lnTo>
                    <a:pt x="1216962" y="533069"/>
                  </a:lnTo>
                  <a:lnTo>
                    <a:pt x="1219200" y="490727"/>
                  </a:lnTo>
                  <a:lnTo>
                    <a:pt x="1216962" y="448386"/>
                  </a:lnTo>
                  <a:lnTo>
                    <a:pt x="1210371" y="407045"/>
                  </a:lnTo>
                  <a:lnTo>
                    <a:pt x="1199610" y="366851"/>
                  </a:lnTo>
                  <a:lnTo>
                    <a:pt x="1184862" y="327952"/>
                  </a:lnTo>
                  <a:lnTo>
                    <a:pt x="1166310" y="290494"/>
                  </a:lnTo>
                  <a:lnTo>
                    <a:pt x="1144136" y="254627"/>
                  </a:lnTo>
                  <a:lnTo>
                    <a:pt x="1118525" y="220495"/>
                  </a:lnTo>
                  <a:lnTo>
                    <a:pt x="1089658" y="188248"/>
                  </a:lnTo>
                  <a:lnTo>
                    <a:pt x="1057718" y="158032"/>
                  </a:lnTo>
                  <a:lnTo>
                    <a:pt x="1022889" y="129995"/>
                  </a:lnTo>
                  <a:lnTo>
                    <a:pt x="985354" y="104283"/>
                  </a:lnTo>
                  <a:lnTo>
                    <a:pt x="945295" y="81045"/>
                  </a:lnTo>
                  <a:lnTo>
                    <a:pt x="902896" y="60427"/>
                  </a:lnTo>
                  <a:lnTo>
                    <a:pt x="858340" y="42577"/>
                  </a:lnTo>
                  <a:lnTo>
                    <a:pt x="811809" y="27642"/>
                  </a:lnTo>
                  <a:lnTo>
                    <a:pt x="763486" y="15769"/>
                  </a:lnTo>
                  <a:lnTo>
                    <a:pt x="713555" y="7106"/>
                  </a:lnTo>
                  <a:lnTo>
                    <a:pt x="662199" y="180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112263" y="2996184"/>
              <a:ext cx="1219200" cy="981710"/>
            </a:xfrm>
            <a:custGeom>
              <a:avLst/>
              <a:gdLst/>
              <a:ahLst/>
              <a:cxnLst/>
              <a:rect l="l" t="t" r="r" b="b"/>
              <a:pathLst>
                <a:path w="1219200" h="981710">
                  <a:moveTo>
                    <a:pt x="0" y="490727"/>
                  </a:moveTo>
                  <a:lnTo>
                    <a:pt x="2237" y="448386"/>
                  </a:lnTo>
                  <a:lnTo>
                    <a:pt x="8828" y="407045"/>
                  </a:lnTo>
                  <a:lnTo>
                    <a:pt x="19589" y="366851"/>
                  </a:lnTo>
                  <a:lnTo>
                    <a:pt x="34337" y="327952"/>
                  </a:lnTo>
                  <a:lnTo>
                    <a:pt x="52889" y="290494"/>
                  </a:lnTo>
                  <a:lnTo>
                    <a:pt x="75063" y="254627"/>
                  </a:lnTo>
                  <a:lnTo>
                    <a:pt x="100674" y="220495"/>
                  </a:lnTo>
                  <a:lnTo>
                    <a:pt x="129541" y="188248"/>
                  </a:lnTo>
                  <a:lnTo>
                    <a:pt x="161481" y="158032"/>
                  </a:lnTo>
                  <a:lnTo>
                    <a:pt x="196310" y="129995"/>
                  </a:lnTo>
                  <a:lnTo>
                    <a:pt x="233845" y="104283"/>
                  </a:lnTo>
                  <a:lnTo>
                    <a:pt x="273904" y="81045"/>
                  </a:lnTo>
                  <a:lnTo>
                    <a:pt x="316303" y="60427"/>
                  </a:lnTo>
                  <a:lnTo>
                    <a:pt x="360859" y="42577"/>
                  </a:lnTo>
                  <a:lnTo>
                    <a:pt x="407390" y="27642"/>
                  </a:lnTo>
                  <a:lnTo>
                    <a:pt x="455713" y="15769"/>
                  </a:lnTo>
                  <a:lnTo>
                    <a:pt x="505644" y="7106"/>
                  </a:lnTo>
                  <a:lnTo>
                    <a:pt x="557000" y="1801"/>
                  </a:lnTo>
                  <a:lnTo>
                    <a:pt x="609600" y="0"/>
                  </a:lnTo>
                  <a:lnTo>
                    <a:pt x="662199" y="1801"/>
                  </a:lnTo>
                  <a:lnTo>
                    <a:pt x="713555" y="7106"/>
                  </a:lnTo>
                  <a:lnTo>
                    <a:pt x="763486" y="15769"/>
                  </a:lnTo>
                  <a:lnTo>
                    <a:pt x="811809" y="27642"/>
                  </a:lnTo>
                  <a:lnTo>
                    <a:pt x="858340" y="42577"/>
                  </a:lnTo>
                  <a:lnTo>
                    <a:pt x="902896" y="60427"/>
                  </a:lnTo>
                  <a:lnTo>
                    <a:pt x="945295" y="81045"/>
                  </a:lnTo>
                  <a:lnTo>
                    <a:pt x="985354" y="104283"/>
                  </a:lnTo>
                  <a:lnTo>
                    <a:pt x="1022889" y="129995"/>
                  </a:lnTo>
                  <a:lnTo>
                    <a:pt x="1057718" y="158032"/>
                  </a:lnTo>
                  <a:lnTo>
                    <a:pt x="1089658" y="188248"/>
                  </a:lnTo>
                  <a:lnTo>
                    <a:pt x="1118525" y="220495"/>
                  </a:lnTo>
                  <a:lnTo>
                    <a:pt x="1144136" y="254627"/>
                  </a:lnTo>
                  <a:lnTo>
                    <a:pt x="1166310" y="290494"/>
                  </a:lnTo>
                  <a:lnTo>
                    <a:pt x="1184862" y="327952"/>
                  </a:lnTo>
                  <a:lnTo>
                    <a:pt x="1199610" y="366851"/>
                  </a:lnTo>
                  <a:lnTo>
                    <a:pt x="1210371" y="407045"/>
                  </a:lnTo>
                  <a:lnTo>
                    <a:pt x="1216962" y="448386"/>
                  </a:lnTo>
                  <a:lnTo>
                    <a:pt x="1219200" y="490727"/>
                  </a:lnTo>
                  <a:lnTo>
                    <a:pt x="1216962" y="533069"/>
                  </a:lnTo>
                  <a:lnTo>
                    <a:pt x="1210371" y="574410"/>
                  </a:lnTo>
                  <a:lnTo>
                    <a:pt x="1199610" y="614604"/>
                  </a:lnTo>
                  <a:lnTo>
                    <a:pt x="1184862" y="653503"/>
                  </a:lnTo>
                  <a:lnTo>
                    <a:pt x="1166310" y="690961"/>
                  </a:lnTo>
                  <a:lnTo>
                    <a:pt x="1144136" y="726828"/>
                  </a:lnTo>
                  <a:lnTo>
                    <a:pt x="1118525" y="760960"/>
                  </a:lnTo>
                  <a:lnTo>
                    <a:pt x="1089658" y="793207"/>
                  </a:lnTo>
                  <a:lnTo>
                    <a:pt x="1057718" y="823423"/>
                  </a:lnTo>
                  <a:lnTo>
                    <a:pt x="1022889" y="851460"/>
                  </a:lnTo>
                  <a:lnTo>
                    <a:pt x="985354" y="877172"/>
                  </a:lnTo>
                  <a:lnTo>
                    <a:pt x="945295" y="900410"/>
                  </a:lnTo>
                  <a:lnTo>
                    <a:pt x="902896" y="921028"/>
                  </a:lnTo>
                  <a:lnTo>
                    <a:pt x="858340" y="938878"/>
                  </a:lnTo>
                  <a:lnTo>
                    <a:pt x="811809" y="953813"/>
                  </a:lnTo>
                  <a:lnTo>
                    <a:pt x="763486" y="965686"/>
                  </a:lnTo>
                  <a:lnTo>
                    <a:pt x="713555" y="974349"/>
                  </a:lnTo>
                  <a:lnTo>
                    <a:pt x="662199" y="979654"/>
                  </a:lnTo>
                  <a:lnTo>
                    <a:pt x="609600" y="981455"/>
                  </a:lnTo>
                  <a:lnTo>
                    <a:pt x="557000" y="979654"/>
                  </a:lnTo>
                  <a:lnTo>
                    <a:pt x="505644" y="974349"/>
                  </a:lnTo>
                  <a:lnTo>
                    <a:pt x="455713" y="965686"/>
                  </a:lnTo>
                  <a:lnTo>
                    <a:pt x="407390" y="953813"/>
                  </a:lnTo>
                  <a:lnTo>
                    <a:pt x="360859" y="938878"/>
                  </a:lnTo>
                  <a:lnTo>
                    <a:pt x="316303" y="921028"/>
                  </a:lnTo>
                  <a:lnTo>
                    <a:pt x="273904" y="900410"/>
                  </a:lnTo>
                  <a:lnTo>
                    <a:pt x="233845" y="877172"/>
                  </a:lnTo>
                  <a:lnTo>
                    <a:pt x="196310" y="851460"/>
                  </a:lnTo>
                  <a:lnTo>
                    <a:pt x="161481" y="823423"/>
                  </a:lnTo>
                  <a:lnTo>
                    <a:pt x="129541" y="793207"/>
                  </a:lnTo>
                  <a:lnTo>
                    <a:pt x="100674" y="760960"/>
                  </a:lnTo>
                  <a:lnTo>
                    <a:pt x="75063" y="726828"/>
                  </a:lnTo>
                  <a:lnTo>
                    <a:pt x="52889" y="690961"/>
                  </a:lnTo>
                  <a:lnTo>
                    <a:pt x="34337" y="653503"/>
                  </a:lnTo>
                  <a:lnTo>
                    <a:pt x="19589" y="614604"/>
                  </a:lnTo>
                  <a:lnTo>
                    <a:pt x="8828" y="574410"/>
                  </a:lnTo>
                  <a:lnTo>
                    <a:pt x="2237" y="533069"/>
                  </a:lnTo>
                  <a:lnTo>
                    <a:pt x="0" y="4907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505765" y="3338450"/>
            <a:ext cx="8045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0" marR="5080" indent="-18478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Implemen- 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336768" y="3235261"/>
            <a:ext cx="7912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0000FF"/>
                </a:solidFill>
                <a:latin typeface="Times New Roman"/>
                <a:cs typeface="Times New Roman"/>
              </a:rPr>
              <a:t>Functional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426764" y="3065512"/>
            <a:ext cx="5918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Identify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345991" y="3278946"/>
            <a:ext cx="751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functional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151426" y="3448696"/>
            <a:ext cx="19500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00FF"/>
                </a:solidFill>
                <a:latin typeface="Times New Roman"/>
                <a:cs typeface="Times New Roman"/>
              </a:rPr>
              <a:t>model</a:t>
            </a:r>
            <a:r>
              <a:rPr sz="14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FF"/>
                </a:solidFill>
                <a:latin typeface="Times New Roman"/>
                <a:cs typeface="Times New Roman"/>
              </a:rPr>
              <a:t>iteration</a:t>
            </a:r>
            <a:r>
              <a:rPr sz="1400" spc="45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-15" baseline="-13888" dirty="0">
                <a:latin typeface="Times New Roman"/>
                <a:cs typeface="Times New Roman"/>
              </a:rPr>
              <a:t>prototype</a:t>
            </a:r>
            <a:endParaRPr sz="2100" baseline="-13888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180213" y="2698911"/>
            <a:ext cx="1134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Agree</a:t>
            </a:r>
            <a:r>
              <a:rPr sz="1400" spc="-10" dirty="0">
                <a:latin typeface="Times New Roman"/>
                <a:cs typeface="Times New Roman"/>
              </a:rPr>
              <a:t> schedule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349120" y="3054457"/>
            <a:ext cx="75184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Create functional prototype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125473" y="4005552"/>
            <a:ext cx="12998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Review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prototype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808471" y="2325433"/>
            <a:ext cx="702310" cy="939165"/>
            <a:chOff x="3808471" y="2325433"/>
            <a:chExt cx="702310" cy="939165"/>
          </a:xfrm>
        </p:grpSpPr>
        <p:sp>
          <p:nvSpPr>
            <p:cNvPr id="70" name="object 70"/>
            <p:cNvSpPr/>
            <p:nvPr/>
          </p:nvSpPr>
          <p:spPr>
            <a:xfrm>
              <a:off x="3853853" y="2941548"/>
              <a:ext cx="99695" cy="97790"/>
            </a:xfrm>
            <a:custGeom>
              <a:avLst/>
              <a:gdLst/>
              <a:ahLst/>
              <a:cxnLst/>
              <a:rect l="l" t="t" r="r" b="b"/>
              <a:pathLst>
                <a:path w="99695" h="97789">
                  <a:moveTo>
                    <a:pt x="99402" y="9730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08471" y="2897125"/>
              <a:ext cx="81280" cy="80645"/>
            </a:xfrm>
            <a:custGeom>
              <a:avLst/>
              <a:gdLst/>
              <a:ahLst/>
              <a:cxnLst/>
              <a:rect l="l" t="t" r="r" b="b"/>
              <a:pathLst>
                <a:path w="81279" h="80644">
                  <a:moveTo>
                    <a:pt x="0" y="0"/>
                  </a:moveTo>
                  <a:lnTo>
                    <a:pt x="27800" y="80530"/>
                  </a:lnTo>
                  <a:lnTo>
                    <a:pt x="81102" y="260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157475" y="2330195"/>
              <a:ext cx="347980" cy="929640"/>
            </a:xfrm>
            <a:custGeom>
              <a:avLst/>
              <a:gdLst/>
              <a:ahLst/>
              <a:cxnLst/>
              <a:rect l="l" t="t" r="r" b="b"/>
              <a:pathLst>
                <a:path w="347979" h="929639">
                  <a:moveTo>
                    <a:pt x="317423" y="0"/>
                  </a:moveTo>
                  <a:lnTo>
                    <a:pt x="323991" y="52018"/>
                  </a:lnTo>
                  <a:lnTo>
                    <a:pt x="330283" y="103900"/>
                  </a:lnTo>
                  <a:lnTo>
                    <a:pt x="336024" y="155454"/>
                  </a:lnTo>
                  <a:lnTo>
                    <a:pt x="340938" y="206486"/>
                  </a:lnTo>
                  <a:lnTo>
                    <a:pt x="344750" y="256806"/>
                  </a:lnTo>
                  <a:lnTo>
                    <a:pt x="347184" y="306220"/>
                  </a:lnTo>
                  <a:lnTo>
                    <a:pt x="347965" y="354537"/>
                  </a:lnTo>
                  <a:lnTo>
                    <a:pt x="346817" y="401563"/>
                  </a:lnTo>
                  <a:lnTo>
                    <a:pt x="343464" y="447107"/>
                  </a:lnTo>
                  <a:lnTo>
                    <a:pt x="337631" y="490977"/>
                  </a:lnTo>
                  <a:lnTo>
                    <a:pt x="329043" y="532979"/>
                  </a:lnTo>
                  <a:lnTo>
                    <a:pt x="317423" y="572922"/>
                  </a:lnTo>
                  <a:lnTo>
                    <a:pt x="297107" y="619063"/>
                  </a:lnTo>
                  <a:lnTo>
                    <a:pt x="269172" y="663981"/>
                  </a:lnTo>
                  <a:lnTo>
                    <a:pt x="235524" y="707262"/>
                  </a:lnTo>
                  <a:lnTo>
                    <a:pt x="198068" y="748491"/>
                  </a:lnTo>
                  <a:lnTo>
                    <a:pt x="158707" y="787257"/>
                  </a:lnTo>
                  <a:lnTo>
                    <a:pt x="119346" y="823144"/>
                  </a:lnTo>
                  <a:lnTo>
                    <a:pt x="81890" y="855739"/>
                  </a:lnTo>
                  <a:lnTo>
                    <a:pt x="48244" y="884629"/>
                  </a:lnTo>
                  <a:lnTo>
                    <a:pt x="20312" y="909401"/>
                  </a:lnTo>
                  <a:lnTo>
                    <a:pt x="0" y="92964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00106" y="3185159"/>
              <a:ext cx="53975" cy="38100"/>
            </a:xfrm>
            <a:custGeom>
              <a:avLst/>
              <a:gdLst/>
              <a:ahLst/>
              <a:cxnLst/>
              <a:rect l="l" t="t" r="r" b="b"/>
              <a:pathLst>
                <a:path w="53975" h="38100">
                  <a:moveTo>
                    <a:pt x="53378" y="0"/>
                  </a:moveTo>
                  <a:lnTo>
                    <a:pt x="0" y="3790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148324" y="3184650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0068" y="0"/>
                  </a:moveTo>
                  <a:lnTo>
                    <a:pt x="0" y="75184"/>
                  </a:lnTo>
                  <a:lnTo>
                    <a:pt x="84188" y="62128"/>
                  </a:lnTo>
                  <a:lnTo>
                    <a:pt x="400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72034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Scrum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indent="-228600" algn="l" rtl="0">
              <a:lnSpc>
                <a:spcPct val="90000"/>
              </a:lnSpc>
              <a:spcBef>
                <a:spcPts val="88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features: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5080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</a:t>
            </a:r>
            <a:r>
              <a:rPr lang="en-US" sz="21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Master,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</a:t>
            </a:r>
            <a:r>
              <a:rPr lang="en-US" sz="2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Owner,</a:t>
            </a:r>
            <a:r>
              <a:rPr lang="en-US" sz="2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roles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1012190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minute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daily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meeting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 communication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interaction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80160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Scrum</a:t>
            </a:r>
            <a:r>
              <a:rPr lang="en-US" sz="4000" kern="1200" spc="-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Lifecycle</a:t>
            </a:r>
            <a:r>
              <a:rPr lang="en-US" sz="4000" kern="1200" spc="-17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Activities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indent="-228600" algn="l" rtl="0">
              <a:lnSpc>
                <a:spcPct val="9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en-US" sz="19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planning</a:t>
            </a:r>
            <a:r>
              <a:rPr lang="en-US" sz="19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meeting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1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9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prioritize</a:t>
            </a:r>
            <a:r>
              <a:rPr lang="en-US" sz="19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requirements,</a:t>
            </a:r>
            <a:r>
              <a:rPr lang="en-US" sz="19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en-US" sz="19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backlog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133985" lvl="1" indent="-228600" algn="l" rtl="0">
              <a:lnSpc>
                <a:spcPct val="90000"/>
              </a:lnSpc>
              <a:spcBef>
                <a:spcPts val="560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priority</a:t>
            </a:r>
            <a:r>
              <a:rPr lang="en-US" sz="19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requirements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1900" kern="1200" spc="-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delivered</a:t>
            </a:r>
            <a:r>
              <a:rPr lang="en-US" sz="19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increment,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called</a:t>
            </a:r>
            <a:r>
              <a:rPr lang="en-US" sz="19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900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sprint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</a:t>
            </a:r>
            <a:r>
              <a:rPr lang="en-US" sz="19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sprint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en-US" sz="19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activities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Sprint</a:t>
            </a:r>
            <a:r>
              <a:rPr lang="en-US" sz="19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iteration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5080" lvl="1" indent="-228600" algn="l" rtl="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sprint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planning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meeting</a:t>
            </a:r>
            <a:r>
              <a:rPr lang="en-US" sz="19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9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determine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900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19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sz="1900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9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 </a:t>
            </a:r>
            <a:r>
              <a:rPr lang="en-US" sz="19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2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daily</a:t>
            </a:r>
            <a:r>
              <a:rPr lang="en-US" sz="19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Scrum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meeting</a:t>
            </a:r>
            <a:r>
              <a:rPr lang="en-US" sz="19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900" kern="1200" spc="-1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exchange</a:t>
            </a:r>
            <a:r>
              <a:rPr lang="en-US" sz="19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Sprint</a:t>
            </a:r>
            <a:r>
              <a:rPr lang="en-US" sz="19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</a:t>
            </a:r>
            <a:r>
              <a:rPr lang="en-US" sz="19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meeting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1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</a:t>
            </a:r>
            <a:r>
              <a:rPr lang="en-US" sz="19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</a:t>
            </a:r>
            <a:r>
              <a:rPr lang="en-US" sz="19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retrospection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19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Deployment</a:t>
            </a:r>
            <a:endParaRPr lang="en-US" sz="1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132330">
              <a:lnSpc>
                <a:spcPct val="100000"/>
              </a:lnSpc>
              <a:spcBef>
                <a:spcPts val="95"/>
              </a:spcBef>
            </a:pPr>
            <a:r>
              <a:rPr dirty="0"/>
              <a:t>Scrum</a:t>
            </a:r>
            <a:r>
              <a:rPr spc="-70" dirty="0"/>
              <a:t> </a:t>
            </a:r>
            <a:r>
              <a:rPr spc="-10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" y="2354393"/>
            <a:ext cx="7098792" cy="38970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65961" y="3584575"/>
            <a:ext cx="1019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2-4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Weeks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65476" y="4445508"/>
            <a:ext cx="1047115" cy="957580"/>
            <a:chOff x="2665476" y="4445508"/>
            <a:chExt cx="1047115" cy="9575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5476" y="4887468"/>
              <a:ext cx="1031747" cy="5151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9192" y="4671060"/>
              <a:ext cx="1033271" cy="5151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8524" y="4445508"/>
              <a:ext cx="1030223" cy="51511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866517" y="5321300"/>
            <a:ext cx="813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9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Sprint Backlog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75552" y="3307678"/>
            <a:ext cx="614680" cy="694690"/>
            <a:chOff x="2675552" y="3307678"/>
            <a:chExt cx="614680" cy="694690"/>
          </a:xfrm>
        </p:grpSpPr>
        <p:sp>
          <p:nvSpPr>
            <p:cNvPr id="11" name="object 11"/>
            <p:cNvSpPr/>
            <p:nvPr/>
          </p:nvSpPr>
          <p:spPr>
            <a:xfrm>
              <a:off x="2680314" y="3312440"/>
              <a:ext cx="605155" cy="685165"/>
            </a:xfrm>
            <a:custGeom>
              <a:avLst/>
              <a:gdLst/>
              <a:ahLst/>
              <a:cxnLst/>
              <a:rect l="l" t="t" r="r" b="b"/>
              <a:pathLst>
                <a:path w="605154" h="685164">
                  <a:moveTo>
                    <a:pt x="52006" y="0"/>
                  </a:moveTo>
                  <a:lnTo>
                    <a:pt x="0" y="45427"/>
                  </a:lnTo>
                  <a:lnTo>
                    <a:pt x="433946" y="542201"/>
                  </a:lnTo>
                  <a:lnTo>
                    <a:pt x="407936" y="564908"/>
                  </a:lnTo>
                  <a:lnTo>
                    <a:pt x="604596" y="685063"/>
                  </a:lnTo>
                  <a:lnTo>
                    <a:pt x="511949" y="474052"/>
                  </a:lnTo>
                  <a:lnTo>
                    <a:pt x="485952" y="496760"/>
                  </a:lnTo>
                  <a:lnTo>
                    <a:pt x="520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80314" y="3312440"/>
              <a:ext cx="605155" cy="685165"/>
            </a:xfrm>
            <a:custGeom>
              <a:avLst/>
              <a:gdLst/>
              <a:ahLst/>
              <a:cxnLst/>
              <a:rect l="l" t="t" r="r" b="b"/>
              <a:pathLst>
                <a:path w="605154" h="685164">
                  <a:moveTo>
                    <a:pt x="52006" y="0"/>
                  </a:moveTo>
                  <a:lnTo>
                    <a:pt x="485952" y="496760"/>
                  </a:lnTo>
                  <a:lnTo>
                    <a:pt x="511949" y="474052"/>
                  </a:lnTo>
                  <a:lnTo>
                    <a:pt x="604596" y="685063"/>
                  </a:lnTo>
                  <a:lnTo>
                    <a:pt x="407936" y="564908"/>
                  </a:lnTo>
                  <a:lnTo>
                    <a:pt x="433946" y="542201"/>
                  </a:lnTo>
                  <a:lnTo>
                    <a:pt x="0" y="45427"/>
                  </a:lnTo>
                  <a:lnTo>
                    <a:pt x="5200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12720" y="2960687"/>
            <a:ext cx="158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Sprint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Planning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82750" y="1234243"/>
            <a:ext cx="4418965" cy="2653030"/>
            <a:chOff x="2182750" y="1234243"/>
            <a:chExt cx="4418965" cy="2653030"/>
          </a:xfrm>
        </p:grpSpPr>
        <p:sp>
          <p:nvSpPr>
            <p:cNvPr id="15" name="object 15"/>
            <p:cNvSpPr/>
            <p:nvPr/>
          </p:nvSpPr>
          <p:spPr>
            <a:xfrm>
              <a:off x="2187512" y="3507433"/>
              <a:ext cx="388620" cy="374650"/>
            </a:xfrm>
            <a:custGeom>
              <a:avLst/>
              <a:gdLst/>
              <a:ahLst/>
              <a:cxnLst/>
              <a:rect l="l" t="t" r="r" b="b"/>
              <a:pathLst>
                <a:path w="388619" h="374650">
                  <a:moveTo>
                    <a:pt x="213740" y="0"/>
                  </a:moveTo>
                  <a:lnTo>
                    <a:pt x="257352" y="49923"/>
                  </a:lnTo>
                  <a:lnTo>
                    <a:pt x="0" y="274726"/>
                  </a:lnTo>
                  <a:lnTo>
                    <a:pt x="87210" y="374561"/>
                  </a:lnTo>
                  <a:lnTo>
                    <a:pt x="344551" y="149758"/>
                  </a:lnTo>
                  <a:lnTo>
                    <a:pt x="388162" y="199669"/>
                  </a:lnTo>
                  <a:lnTo>
                    <a:pt x="386740" y="24904"/>
                  </a:lnTo>
                  <a:lnTo>
                    <a:pt x="213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87512" y="3507433"/>
              <a:ext cx="388620" cy="374650"/>
            </a:xfrm>
            <a:custGeom>
              <a:avLst/>
              <a:gdLst/>
              <a:ahLst/>
              <a:cxnLst/>
              <a:rect l="l" t="t" r="r" b="b"/>
              <a:pathLst>
                <a:path w="388619" h="374650">
                  <a:moveTo>
                    <a:pt x="0" y="274726"/>
                  </a:moveTo>
                  <a:lnTo>
                    <a:pt x="257352" y="49923"/>
                  </a:lnTo>
                  <a:lnTo>
                    <a:pt x="213740" y="0"/>
                  </a:lnTo>
                  <a:lnTo>
                    <a:pt x="386740" y="24904"/>
                  </a:lnTo>
                  <a:lnTo>
                    <a:pt x="388162" y="199669"/>
                  </a:lnTo>
                  <a:lnTo>
                    <a:pt x="344551" y="149758"/>
                  </a:lnTo>
                  <a:lnTo>
                    <a:pt x="87210" y="374561"/>
                  </a:lnTo>
                  <a:lnTo>
                    <a:pt x="0" y="27472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4971" y="2105730"/>
              <a:ext cx="1312419" cy="93217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57112" y="1239005"/>
              <a:ext cx="391160" cy="589915"/>
            </a:xfrm>
            <a:custGeom>
              <a:avLst/>
              <a:gdLst/>
              <a:ahLst/>
              <a:cxnLst/>
              <a:rect l="l" t="t" r="r" b="b"/>
              <a:pathLst>
                <a:path w="391160" h="589914">
                  <a:moveTo>
                    <a:pt x="304253" y="0"/>
                  </a:moveTo>
                  <a:lnTo>
                    <a:pt x="242936" y="11982"/>
                  </a:lnTo>
                  <a:lnTo>
                    <a:pt x="185825" y="46348"/>
                  </a:lnTo>
                  <a:lnTo>
                    <a:pt x="134143" y="100726"/>
                  </a:lnTo>
                  <a:lnTo>
                    <a:pt x="110720" y="134679"/>
                  </a:lnTo>
                  <a:lnTo>
                    <a:pt x="89114" y="172745"/>
                  </a:lnTo>
                  <a:lnTo>
                    <a:pt x="69477" y="214628"/>
                  </a:lnTo>
                  <a:lnTo>
                    <a:pt x="51962" y="260032"/>
                  </a:lnTo>
                  <a:lnTo>
                    <a:pt x="36722" y="308660"/>
                  </a:lnTo>
                  <a:lnTo>
                    <a:pt x="23909" y="360216"/>
                  </a:lnTo>
                  <a:lnTo>
                    <a:pt x="13678" y="414403"/>
                  </a:lnTo>
                  <a:lnTo>
                    <a:pt x="6181" y="470925"/>
                  </a:lnTo>
                  <a:lnTo>
                    <a:pt x="1570" y="529485"/>
                  </a:lnTo>
                  <a:lnTo>
                    <a:pt x="0" y="589788"/>
                  </a:lnTo>
                  <a:lnTo>
                    <a:pt x="173456" y="589788"/>
                  </a:lnTo>
                  <a:lnTo>
                    <a:pt x="175005" y="530171"/>
                  </a:lnTo>
                  <a:lnTo>
                    <a:pt x="179564" y="471995"/>
                  </a:lnTo>
                  <a:lnTo>
                    <a:pt x="187003" y="415602"/>
                  </a:lnTo>
                  <a:lnTo>
                    <a:pt x="197191" y="361330"/>
                  </a:lnTo>
                  <a:lnTo>
                    <a:pt x="209996" y="309519"/>
                  </a:lnTo>
                  <a:lnTo>
                    <a:pt x="225289" y="260511"/>
                  </a:lnTo>
                  <a:lnTo>
                    <a:pt x="242938" y="214645"/>
                  </a:lnTo>
                  <a:lnTo>
                    <a:pt x="262812" y="172261"/>
                  </a:lnTo>
                  <a:lnTo>
                    <a:pt x="284780" y="133699"/>
                  </a:lnTo>
                  <a:lnTo>
                    <a:pt x="308713" y="99299"/>
                  </a:lnTo>
                  <a:lnTo>
                    <a:pt x="334477" y="69401"/>
                  </a:lnTo>
                  <a:lnTo>
                    <a:pt x="390982" y="24472"/>
                  </a:lnTo>
                  <a:lnTo>
                    <a:pt x="369687" y="13801"/>
                  </a:lnTo>
                  <a:lnTo>
                    <a:pt x="348075" y="6149"/>
                  </a:lnTo>
                  <a:lnTo>
                    <a:pt x="326234" y="1541"/>
                  </a:lnTo>
                  <a:lnTo>
                    <a:pt x="30425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57112" y="1239005"/>
              <a:ext cx="851535" cy="589915"/>
            </a:xfrm>
            <a:custGeom>
              <a:avLst/>
              <a:gdLst/>
              <a:ahLst/>
              <a:cxnLst/>
              <a:rect l="l" t="t" r="r" b="b"/>
              <a:pathLst>
                <a:path w="851535" h="589914">
                  <a:moveTo>
                    <a:pt x="390982" y="24472"/>
                  </a:moveTo>
                  <a:lnTo>
                    <a:pt x="334477" y="69401"/>
                  </a:lnTo>
                  <a:lnTo>
                    <a:pt x="308713" y="99299"/>
                  </a:lnTo>
                  <a:lnTo>
                    <a:pt x="284780" y="133699"/>
                  </a:lnTo>
                  <a:lnTo>
                    <a:pt x="262812" y="172261"/>
                  </a:lnTo>
                  <a:lnTo>
                    <a:pt x="242938" y="214645"/>
                  </a:lnTo>
                  <a:lnTo>
                    <a:pt x="225289" y="260511"/>
                  </a:lnTo>
                  <a:lnTo>
                    <a:pt x="209996" y="309519"/>
                  </a:lnTo>
                  <a:lnTo>
                    <a:pt x="197191" y="361330"/>
                  </a:lnTo>
                  <a:lnTo>
                    <a:pt x="187003" y="415602"/>
                  </a:lnTo>
                  <a:lnTo>
                    <a:pt x="179564" y="471995"/>
                  </a:lnTo>
                  <a:lnTo>
                    <a:pt x="175005" y="530171"/>
                  </a:lnTo>
                  <a:lnTo>
                    <a:pt x="173456" y="589788"/>
                  </a:lnTo>
                  <a:lnTo>
                    <a:pt x="0" y="589788"/>
                  </a:lnTo>
                  <a:lnTo>
                    <a:pt x="1570" y="529485"/>
                  </a:lnTo>
                  <a:lnTo>
                    <a:pt x="6181" y="470925"/>
                  </a:lnTo>
                  <a:lnTo>
                    <a:pt x="13678" y="414403"/>
                  </a:lnTo>
                  <a:lnTo>
                    <a:pt x="23909" y="360216"/>
                  </a:lnTo>
                  <a:lnTo>
                    <a:pt x="36722" y="308660"/>
                  </a:lnTo>
                  <a:lnTo>
                    <a:pt x="51962" y="260032"/>
                  </a:lnTo>
                  <a:lnTo>
                    <a:pt x="69477" y="214628"/>
                  </a:lnTo>
                  <a:lnTo>
                    <a:pt x="89114" y="172745"/>
                  </a:lnTo>
                  <a:lnTo>
                    <a:pt x="110720" y="134679"/>
                  </a:lnTo>
                  <a:lnTo>
                    <a:pt x="134143" y="100726"/>
                  </a:lnTo>
                  <a:lnTo>
                    <a:pt x="159228" y="71184"/>
                  </a:lnTo>
                  <a:lnTo>
                    <a:pt x="213778" y="26515"/>
                  </a:lnTo>
                  <a:lnTo>
                    <a:pt x="273145" y="3045"/>
                  </a:lnTo>
                  <a:lnTo>
                    <a:pt x="304253" y="0"/>
                  </a:lnTo>
                  <a:lnTo>
                    <a:pt x="477710" y="0"/>
                  </a:lnTo>
                  <a:lnTo>
                    <a:pt x="546299" y="15147"/>
                  </a:lnTo>
                  <a:lnTo>
                    <a:pt x="610023" y="58680"/>
                  </a:lnTo>
                  <a:lnTo>
                    <a:pt x="639407" y="90196"/>
                  </a:lnTo>
                  <a:lnTo>
                    <a:pt x="666791" y="127732"/>
                  </a:lnTo>
                  <a:lnTo>
                    <a:pt x="691913" y="170933"/>
                  </a:lnTo>
                  <a:lnTo>
                    <a:pt x="714513" y="219438"/>
                  </a:lnTo>
                  <a:lnTo>
                    <a:pt x="734329" y="272891"/>
                  </a:lnTo>
                  <a:lnTo>
                    <a:pt x="751100" y="330932"/>
                  </a:lnTo>
                  <a:lnTo>
                    <a:pt x="764565" y="393204"/>
                  </a:lnTo>
                  <a:lnTo>
                    <a:pt x="851281" y="393204"/>
                  </a:lnTo>
                  <a:lnTo>
                    <a:pt x="695236" y="589788"/>
                  </a:lnTo>
                  <a:lnTo>
                    <a:pt x="504393" y="393204"/>
                  </a:lnTo>
                  <a:lnTo>
                    <a:pt x="591108" y="393204"/>
                  </a:lnTo>
                  <a:lnTo>
                    <a:pt x="577647" y="330932"/>
                  </a:lnTo>
                  <a:lnTo>
                    <a:pt x="560878" y="272891"/>
                  </a:lnTo>
                  <a:lnTo>
                    <a:pt x="541064" y="219438"/>
                  </a:lnTo>
                  <a:lnTo>
                    <a:pt x="518466" y="170933"/>
                  </a:lnTo>
                  <a:lnTo>
                    <a:pt x="493344" y="127732"/>
                  </a:lnTo>
                  <a:lnTo>
                    <a:pt x="465960" y="90196"/>
                  </a:lnTo>
                  <a:lnTo>
                    <a:pt x="436575" y="58680"/>
                  </a:lnTo>
                  <a:lnTo>
                    <a:pt x="405451" y="33545"/>
                  </a:lnTo>
                  <a:lnTo>
                    <a:pt x="339029" y="3846"/>
                  </a:lnTo>
                  <a:lnTo>
                    <a:pt x="304253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77673" y="1862328"/>
              <a:ext cx="455295" cy="485140"/>
            </a:xfrm>
            <a:custGeom>
              <a:avLst/>
              <a:gdLst/>
              <a:ahLst/>
              <a:cxnLst/>
              <a:rect l="l" t="t" r="r" b="b"/>
              <a:pathLst>
                <a:path w="455295" h="485139">
                  <a:moveTo>
                    <a:pt x="455155" y="0"/>
                  </a:moveTo>
                  <a:lnTo>
                    <a:pt x="289585" y="0"/>
                  </a:lnTo>
                  <a:lnTo>
                    <a:pt x="287329" y="60790"/>
                  </a:lnTo>
                  <a:lnTo>
                    <a:pt x="280741" y="119328"/>
                  </a:lnTo>
                  <a:lnTo>
                    <a:pt x="270092" y="175158"/>
                  </a:lnTo>
                  <a:lnTo>
                    <a:pt x="255655" y="227826"/>
                  </a:lnTo>
                  <a:lnTo>
                    <a:pt x="237700" y="276879"/>
                  </a:lnTo>
                  <a:lnTo>
                    <a:pt x="216499" y="321862"/>
                  </a:lnTo>
                  <a:lnTo>
                    <a:pt x="192324" y="362321"/>
                  </a:lnTo>
                  <a:lnTo>
                    <a:pt x="165445" y="397801"/>
                  </a:lnTo>
                  <a:lnTo>
                    <a:pt x="136134" y="427849"/>
                  </a:lnTo>
                  <a:lnTo>
                    <a:pt x="104663" y="452010"/>
                  </a:lnTo>
                  <a:lnTo>
                    <a:pt x="36324" y="480855"/>
                  </a:lnTo>
                  <a:lnTo>
                    <a:pt x="0" y="484632"/>
                  </a:lnTo>
                  <a:lnTo>
                    <a:pt x="165569" y="484632"/>
                  </a:lnTo>
                  <a:lnTo>
                    <a:pt x="236872" y="469830"/>
                  </a:lnTo>
                  <a:lnTo>
                    <a:pt x="301704" y="427849"/>
                  </a:lnTo>
                  <a:lnTo>
                    <a:pt x="331015" y="397801"/>
                  </a:lnTo>
                  <a:lnTo>
                    <a:pt x="357894" y="362321"/>
                  </a:lnTo>
                  <a:lnTo>
                    <a:pt x="382069" y="321862"/>
                  </a:lnTo>
                  <a:lnTo>
                    <a:pt x="403270" y="276879"/>
                  </a:lnTo>
                  <a:lnTo>
                    <a:pt x="421225" y="227826"/>
                  </a:lnTo>
                  <a:lnTo>
                    <a:pt x="435662" y="175158"/>
                  </a:lnTo>
                  <a:lnTo>
                    <a:pt x="446310" y="119328"/>
                  </a:lnTo>
                  <a:lnTo>
                    <a:pt x="452898" y="60790"/>
                  </a:lnTo>
                  <a:lnTo>
                    <a:pt x="455155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21863" y="1862321"/>
              <a:ext cx="811530" cy="485140"/>
            </a:xfrm>
            <a:custGeom>
              <a:avLst/>
              <a:gdLst/>
              <a:ahLst/>
              <a:cxnLst/>
              <a:rect l="l" t="t" r="r" b="b"/>
              <a:pathLst>
                <a:path w="811529" h="485139">
                  <a:moveTo>
                    <a:pt x="438594" y="464413"/>
                  </a:moveTo>
                  <a:lnTo>
                    <a:pt x="375787" y="418949"/>
                  </a:lnTo>
                  <a:lnTo>
                    <a:pt x="347555" y="387634"/>
                  </a:lnTo>
                  <a:lnTo>
                    <a:pt x="321778" y="351140"/>
                  </a:lnTo>
                  <a:lnTo>
                    <a:pt x="298713" y="309877"/>
                  </a:lnTo>
                  <a:lnTo>
                    <a:pt x="278615" y="264251"/>
                  </a:lnTo>
                  <a:lnTo>
                    <a:pt x="261742" y="214670"/>
                  </a:lnTo>
                  <a:lnTo>
                    <a:pt x="248348" y="161543"/>
                  </a:lnTo>
                  <a:lnTo>
                    <a:pt x="331139" y="161543"/>
                  </a:lnTo>
                  <a:lnTo>
                    <a:pt x="149009" y="0"/>
                  </a:lnTo>
                  <a:lnTo>
                    <a:pt x="0" y="161543"/>
                  </a:lnTo>
                  <a:lnTo>
                    <a:pt x="82778" y="161543"/>
                  </a:lnTo>
                  <a:lnTo>
                    <a:pt x="97050" y="217644"/>
                  </a:lnTo>
                  <a:lnTo>
                    <a:pt x="115100" y="269501"/>
                  </a:lnTo>
                  <a:lnTo>
                    <a:pt x="136598" y="316724"/>
                  </a:lnTo>
                  <a:lnTo>
                    <a:pt x="161212" y="358922"/>
                  </a:lnTo>
                  <a:lnTo>
                    <a:pt x="188612" y="395701"/>
                  </a:lnTo>
                  <a:lnTo>
                    <a:pt x="218467" y="426672"/>
                  </a:lnTo>
                  <a:lnTo>
                    <a:pt x="250446" y="451442"/>
                  </a:lnTo>
                  <a:lnTo>
                    <a:pt x="284217" y="469619"/>
                  </a:lnTo>
                  <a:lnTo>
                    <a:pt x="355815" y="484631"/>
                  </a:lnTo>
                  <a:lnTo>
                    <a:pt x="521373" y="484631"/>
                  </a:lnTo>
                  <a:lnTo>
                    <a:pt x="592680" y="469831"/>
                  </a:lnTo>
                  <a:lnTo>
                    <a:pt x="657516" y="427851"/>
                  </a:lnTo>
                  <a:lnTo>
                    <a:pt x="686828" y="397804"/>
                  </a:lnTo>
                  <a:lnTo>
                    <a:pt x="713708" y="362325"/>
                  </a:lnTo>
                  <a:lnTo>
                    <a:pt x="737884" y="321867"/>
                  </a:lnTo>
                  <a:lnTo>
                    <a:pt x="759085" y="276885"/>
                  </a:lnTo>
                  <a:lnTo>
                    <a:pt x="777040" y="227832"/>
                  </a:lnTo>
                  <a:lnTo>
                    <a:pt x="791478" y="175163"/>
                  </a:lnTo>
                  <a:lnTo>
                    <a:pt x="802126" y="119332"/>
                  </a:lnTo>
                  <a:lnTo>
                    <a:pt x="808714" y="60793"/>
                  </a:lnTo>
                  <a:lnTo>
                    <a:pt x="810971" y="0"/>
                  </a:lnTo>
                  <a:lnTo>
                    <a:pt x="645401" y="0"/>
                  </a:lnTo>
                  <a:lnTo>
                    <a:pt x="643144" y="60793"/>
                  </a:lnTo>
                  <a:lnTo>
                    <a:pt x="636556" y="119332"/>
                  </a:lnTo>
                  <a:lnTo>
                    <a:pt x="625908" y="175163"/>
                  </a:lnTo>
                  <a:lnTo>
                    <a:pt x="611471" y="227832"/>
                  </a:lnTo>
                  <a:lnTo>
                    <a:pt x="593516" y="276885"/>
                  </a:lnTo>
                  <a:lnTo>
                    <a:pt x="572315" y="321867"/>
                  </a:lnTo>
                  <a:lnTo>
                    <a:pt x="548140" y="362325"/>
                  </a:lnTo>
                  <a:lnTo>
                    <a:pt x="521261" y="397804"/>
                  </a:lnTo>
                  <a:lnTo>
                    <a:pt x="491950" y="427851"/>
                  </a:lnTo>
                  <a:lnTo>
                    <a:pt x="460479" y="452012"/>
                  </a:lnTo>
                  <a:lnTo>
                    <a:pt x="392140" y="480856"/>
                  </a:lnTo>
                  <a:lnTo>
                    <a:pt x="355815" y="48463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90662" y="1275153"/>
              <a:ext cx="1310903" cy="93217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641445" y="1277937"/>
            <a:ext cx="8274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9700" algn="just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Daily Scrum Meeting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91071" y="3509962"/>
            <a:ext cx="2060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Sprint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Retrospection</a:t>
            </a:r>
            <a:endParaRPr sz="1800" dirty="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17091" y="2553789"/>
            <a:ext cx="6381750" cy="3023235"/>
            <a:chOff x="1117091" y="2553789"/>
            <a:chExt cx="6381750" cy="3023235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79864" y="2553789"/>
              <a:ext cx="1310903" cy="93217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41201" y="4152641"/>
              <a:ext cx="2457176" cy="142386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7091" y="4846320"/>
              <a:ext cx="1062227" cy="55778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2332" y="4576572"/>
              <a:ext cx="1062227" cy="55778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7091" y="4294632"/>
              <a:ext cx="1062227" cy="55778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558023" y="4222750"/>
            <a:ext cx="10814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Potentially Shippable Product Increment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98650" y="5321300"/>
            <a:ext cx="813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Product Backlog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247297" y="3401227"/>
            <a:ext cx="445770" cy="813435"/>
            <a:chOff x="1247297" y="3401227"/>
            <a:chExt cx="445770" cy="813435"/>
          </a:xfrm>
        </p:grpSpPr>
        <p:sp>
          <p:nvSpPr>
            <p:cNvPr id="34" name="object 34"/>
            <p:cNvSpPr/>
            <p:nvPr/>
          </p:nvSpPr>
          <p:spPr>
            <a:xfrm>
              <a:off x="1252060" y="3405990"/>
              <a:ext cx="436245" cy="803910"/>
            </a:xfrm>
            <a:custGeom>
              <a:avLst/>
              <a:gdLst/>
              <a:ahLst/>
              <a:cxnLst/>
              <a:rect l="l" t="t" r="r" b="b"/>
              <a:pathLst>
                <a:path w="436244" h="803910">
                  <a:moveTo>
                    <a:pt x="106972" y="0"/>
                  </a:moveTo>
                  <a:lnTo>
                    <a:pt x="0" y="50457"/>
                  </a:lnTo>
                  <a:lnTo>
                    <a:pt x="275297" y="634111"/>
                  </a:lnTo>
                  <a:lnTo>
                    <a:pt x="221805" y="659333"/>
                  </a:lnTo>
                  <a:lnTo>
                    <a:pt x="420547" y="803427"/>
                  </a:lnTo>
                  <a:lnTo>
                    <a:pt x="435749" y="558431"/>
                  </a:lnTo>
                  <a:lnTo>
                    <a:pt x="382257" y="583653"/>
                  </a:lnTo>
                  <a:lnTo>
                    <a:pt x="1069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52060" y="3405990"/>
              <a:ext cx="436245" cy="803910"/>
            </a:xfrm>
            <a:custGeom>
              <a:avLst/>
              <a:gdLst/>
              <a:ahLst/>
              <a:cxnLst/>
              <a:rect l="l" t="t" r="r" b="b"/>
              <a:pathLst>
                <a:path w="436244" h="803910">
                  <a:moveTo>
                    <a:pt x="106972" y="0"/>
                  </a:moveTo>
                  <a:lnTo>
                    <a:pt x="382257" y="583653"/>
                  </a:lnTo>
                  <a:lnTo>
                    <a:pt x="435749" y="558431"/>
                  </a:lnTo>
                  <a:lnTo>
                    <a:pt x="420547" y="803427"/>
                  </a:lnTo>
                  <a:lnTo>
                    <a:pt x="221805" y="659333"/>
                  </a:lnTo>
                  <a:lnTo>
                    <a:pt x="275297" y="634111"/>
                  </a:lnTo>
                  <a:lnTo>
                    <a:pt x="0" y="50457"/>
                  </a:lnTo>
                  <a:lnTo>
                    <a:pt x="106972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33279" y="3059112"/>
            <a:ext cx="1696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Release </a:t>
            </a:r>
            <a:r>
              <a:rPr sz="1800" b="1" spc="-10" dirty="0">
                <a:latin typeface="Times New Roman"/>
                <a:cs typeface="Times New Roman"/>
              </a:rPr>
              <a:t>Planning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27589" y="2145355"/>
            <a:ext cx="1312419" cy="93217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16903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Extreme</a:t>
            </a:r>
            <a:r>
              <a:rPr lang="en-US" sz="4000" kern="1200" spc="-1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Programming</a:t>
            </a:r>
            <a:r>
              <a:rPr lang="en-US" sz="4000" kern="1200" spc="-114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(XP)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54965" indent="-228600" algn="l" rtl="0">
              <a:lnSpc>
                <a:spcPct val="90000"/>
              </a:lnSpc>
              <a:spcBef>
                <a:spcPts val="88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</a:t>
            </a:r>
            <a:r>
              <a:rPr lang="en-US" sz="21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</a:t>
            </a:r>
            <a:r>
              <a:rPr lang="en-US" sz="2100" kern="1200" spc="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Features: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Anyone</a:t>
            </a:r>
            <a:r>
              <a:rPr lang="en-US" sz="21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1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en-US" sz="21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anywhere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en-US" sz="21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en-US" sz="21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21590" lvl="1" indent="-228600" algn="l" rtl="0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Integration</a:t>
            </a:r>
            <a:r>
              <a:rPr lang="en-US" sz="21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en-US" sz="21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many</a:t>
            </a:r>
            <a:r>
              <a:rPr lang="en-US" sz="21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</a:t>
            </a:r>
            <a:r>
              <a:rPr lang="en-US" sz="21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whenever</a:t>
            </a:r>
            <a:r>
              <a:rPr lang="en-US" sz="21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en-US" sz="21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1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completed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</a:t>
            </a:r>
            <a:r>
              <a:rPr lang="en-US" sz="21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≤</a:t>
            </a: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40</a:t>
            </a:r>
            <a:r>
              <a:rPr lang="en-US" sz="21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hours</a:t>
            </a:r>
            <a:r>
              <a:rPr lang="en-US" sz="21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1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522730">
              <a:lnSpc>
                <a:spcPct val="100000"/>
              </a:lnSpc>
              <a:spcBef>
                <a:spcPts val="95"/>
              </a:spcBef>
            </a:pPr>
            <a:r>
              <a:rPr dirty="0"/>
              <a:t>XP</a:t>
            </a:r>
            <a:r>
              <a:rPr spc="-80" dirty="0"/>
              <a:t> </a:t>
            </a:r>
            <a:r>
              <a:rPr spc="-20" dirty="0"/>
              <a:t>Lifecycle</a:t>
            </a:r>
            <a:r>
              <a:rPr spc="-160" dirty="0"/>
              <a:t> </a:t>
            </a:r>
            <a:r>
              <a:rPr spc="-10" dirty="0"/>
              <a:t>Activities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7697" y="909637"/>
            <a:ext cx="2015489" cy="577850"/>
            <a:chOff x="627697" y="909637"/>
            <a:chExt cx="2015489" cy="577850"/>
          </a:xfrm>
        </p:grpSpPr>
        <p:sp>
          <p:nvSpPr>
            <p:cNvPr id="4" name="object 4"/>
            <p:cNvSpPr/>
            <p:nvPr/>
          </p:nvSpPr>
          <p:spPr>
            <a:xfrm>
              <a:off x="703884" y="985837"/>
              <a:ext cx="1939289" cy="501650"/>
            </a:xfrm>
            <a:custGeom>
              <a:avLst/>
              <a:gdLst/>
              <a:ahLst/>
              <a:cxnLst/>
              <a:rect l="l" t="t" r="r" b="b"/>
              <a:pathLst>
                <a:path w="1939289" h="501650">
                  <a:moveTo>
                    <a:pt x="1938921" y="0"/>
                  </a:moveTo>
                  <a:lnTo>
                    <a:pt x="1857946" y="0"/>
                  </a:lnTo>
                  <a:lnTo>
                    <a:pt x="1857946" y="4775"/>
                  </a:lnTo>
                  <a:lnTo>
                    <a:pt x="1857946" y="10160"/>
                  </a:lnTo>
                  <a:lnTo>
                    <a:pt x="1857946" y="421335"/>
                  </a:lnTo>
                  <a:lnTo>
                    <a:pt x="9537" y="421335"/>
                  </a:lnTo>
                  <a:lnTo>
                    <a:pt x="9537" y="420370"/>
                  </a:lnTo>
                  <a:lnTo>
                    <a:pt x="0" y="420370"/>
                  </a:lnTo>
                  <a:lnTo>
                    <a:pt x="0" y="492760"/>
                  </a:lnTo>
                  <a:lnTo>
                    <a:pt x="0" y="501650"/>
                  </a:lnTo>
                  <a:lnTo>
                    <a:pt x="1938921" y="501650"/>
                  </a:lnTo>
                  <a:lnTo>
                    <a:pt x="1938921" y="492760"/>
                  </a:lnTo>
                  <a:lnTo>
                    <a:pt x="1938921" y="420370"/>
                  </a:lnTo>
                  <a:lnTo>
                    <a:pt x="1938921" y="10160"/>
                  </a:lnTo>
                  <a:lnTo>
                    <a:pt x="193892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59" y="914400"/>
              <a:ext cx="1929383" cy="4922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2459" y="914400"/>
              <a:ext cx="1929764" cy="492759"/>
            </a:xfrm>
            <a:custGeom>
              <a:avLst/>
              <a:gdLst/>
              <a:ahLst/>
              <a:cxnLst/>
              <a:rect l="l" t="t" r="r" b="b"/>
              <a:pathLst>
                <a:path w="1929764" h="492759">
                  <a:moveTo>
                    <a:pt x="0" y="0"/>
                  </a:moveTo>
                  <a:lnTo>
                    <a:pt x="1929383" y="0"/>
                  </a:lnTo>
                  <a:lnTo>
                    <a:pt x="1929383" y="492251"/>
                  </a:lnTo>
                  <a:lnTo>
                    <a:pt x="0" y="49225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14475" y="1004507"/>
            <a:ext cx="1163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Exploration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6166" y="866661"/>
            <a:ext cx="4338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Collect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information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about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application</a:t>
            </a:r>
            <a:endParaRPr sz="1800">
              <a:latin typeface="Arial"/>
              <a:cs typeface="Arial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Conduct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feasibility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study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7697" y="1738693"/>
            <a:ext cx="2096135" cy="577850"/>
            <a:chOff x="627697" y="1738693"/>
            <a:chExt cx="2096135" cy="577850"/>
          </a:xfrm>
        </p:grpSpPr>
        <p:sp>
          <p:nvSpPr>
            <p:cNvPr id="10" name="object 10"/>
            <p:cNvSpPr/>
            <p:nvPr/>
          </p:nvSpPr>
          <p:spPr>
            <a:xfrm>
              <a:off x="703897" y="1814893"/>
              <a:ext cx="2019935" cy="501650"/>
            </a:xfrm>
            <a:custGeom>
              <a:avLst/>
              <a:gdLst/>
              <a:ahLst/>
              <a:cxnLst/>
              <a:rect l="l" t="t" r="r" b="b"/>
              <a:pathLst>
                <a:path w="2019935" h="501650">
                  <a:moveTo>
                    <a:pt x="2019681" y="0"/>
                  </a:moveTo>
                  <a:lnTo>
                    <a:pt x="1938718" y="0"/>
                  </a:lnTo>
                  <a:lnTo>
                    <a:pt x="1938718" y="4762"/>
                  </a:lnTo>
                  <a:lnTo>
                    <a:pt x="1938718" y="10160"/>
                  </a:lnTo>
                  <a:lnTo>
                    <a:pt x="1938718" y="421322"/>
                  </a:lnTo>
                  <a:lnTo>
                    <a:pt x="9525" y="421322"/>
                  </a:lnTo>
                  <a:lnTo>
                    <a:pt x="9525" y="420370"/>
                  </a:lnTo>
                  <a:lnTo>
                    <a:pt x="0" y="420370"/>
                  </a:lnTo>
                  <a:lnTo>
                    <a:pt x="0" y="492760"/>
                  </a:lnTo>
                  <a:lnTo>
                    <a:pt x="0" y="501650"/>
                  </a:lnTo>
                  <a:lnTo>
                    <a:pt x="2019681" y="501650"/>
                  </a:lnTo>
                  <a:lnTo>
                    <a:pt x="2019681" y="492760"/>
                  </a:lnTo>
                  <a:lnTo>
                    <a:pt x="2019681" y="420370"/>
                  </a:lnTo>
                  <a:lnTo>
                    <a:pt x="2019681" y="10160"/>
                  </a:lnTo>
                  <a:lnTo>
                    <a:pt x="201968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59" y="1743455"/>
              <a:ext cx="2010155" cy="49225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2459" y="1743455"/>
              <a:ext cx="2010410" cy="492759"/>
            </a:xfrm>
            <a:custGeom>
              <a:avLst/>
              <a:gdLst/>
              <a:ahLst/>
              <a:cxnLst/>
              <a:rect l="l" t="t" r="r" b="b"/>
              <a:pathLst>
                <a:path w="2010410" h="492760">
                  <a:moveTo>
                    <a:pt x="0" y="0"/>
                  </a:moveTo>
                  <a:lnTo>
                    <a:pt x="2010155" y="0"/>
                  </a:lnTo>
                  <a:lnTo>
                    <a:pt x="2010155" y="492251"/>
                  </a:lnTo>
                  <a:lnTo>
                    <a:pt x="0" y="49225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80744" y="1833182"/>
            <a:ext cx="910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Planning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04997" y="1695336"/>
            <a:ext cx="4467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Determine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stories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next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release</a:t>
            </a:r>
            <a:endParaRPr sz="1800">
              <a:latin typeface="Arial"/>
              <a:cs typeface="Arial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Plan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next </a:t>
            </a:r>
            <a:r>
              <a:rPr sz="1800" spc="-10" dirty="0">
                <a:latin typeface="Arial"/>
                <a:cs typeface="Arial"/>
              </a:rPr>
              <a:t>release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7697" y="2660713"/>
            <a:ext cx="2258060" cy="652780"/>
            <a:chOff x="627697" y="2660713"/>
            <a:chExt cx="2258060" cy="652780"/>
          </a:xfrm>
        </p:grpSpPr>
        <p:sp>
          <p:nvSpPr>
            <p:cNvPr id="16" name="object 16"/>
            <p:cNvSpPr/>
            <p:nvPr/>
          </p:nvSpPr>
          <p:spPr>
            <a:xfrm>
              <a:off x="703884" y="2736913"/>
              <a:ext cx="2181860" cy="576580"/>
            </a:xfrm>
            <a:custGeom>
              <a:avLst/>
              <a:gdLst/>
              <a:ahLst/>
              <a:cxnLst/>
              <a:rect l="l" t="t" r="r" b="b"/>
              <a:pathLst>
                <a:path w="2181860" h="576579">
                  <a:moveTo>
                    <a:pt x="2181237" y="0"/>
                  </a:moveTo>
                  <a:lnTo>
                    <a:pt x="2100262" y="0"/>
                  </a:lnTo>
                  <a:lnTo>
                    <a:pt x="2100262" y="4775"/>
                  </a:lnTo>
                  <a:lnTo>
                    <a:pt x="2100262" y="10160"/>
                  </a:lnTo>
                  <a:lnTo>
                    <a:pt x="2100262" y="494995"/>
                  </a:lnTo>
                  <a:lnTo>
                    <a:pt x="4762" y="494995"/>
                  </a:lnTo>
                  <a:lnTo>
                    <a:pt x="4762" y="495300"/>
                  </a:lnTo>
                  <a:lnTo>
                    <a:pt x="0" y="495300"/>
                  </a:lnTo>
                  <a:lnTo>
                    <a:pt x="0" y="566420"/>
                  </a:lnTo>
                  <a:lnTo>
                    <a:pt x="0" y="576580"/>
                  </a:lnTo>
                  <a:lnTo>
                    <a:pt x="2181237" y="576580"/>
                  </a:lnTo>
                  <a:lnTo>
                    <a:pt x="2181237" y="566420"/>
                  </a:lnTo>
                  <a:lnTo>
                    <a:pt x="2181237" y="495300"/>
                  </a:lnTo>
                  <a:lnTo>
                    <a:pt x="2181237" y="10160"/>
                  </a:lnTo>
                  <a:lnTo>
                    <a:pt x="218123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459" y="2665476"/>
              <a:ext cx="2171699" cy="56692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2459" y="2665476"/>
              <a:ext cx="2171700" cy="567055"/>
            </a:xfrm>
            <a:custGeom>
              <a:avLst/>
              <a:gdLst/>
              <a:ahLst/>
              <a:cxnLst/>
              <a:rect l="l" t="t" r="r" b="b"/>
              <a:pathLst>
                <a:path w="2171700" h="567055">
                  <a:moveTo>
                    <a:pt x="0" y="0"/>
                  </a:moveTo>
                  <a:lnTo>
                    <a:pt x="2171700" y="0"/>
                  </a:lnTo>
                  <a:lnTo>
                    <a:pt x="2171700" y="566927"/>
                  </a:lnTo>
                  <a:lnTo>
                    <a:pt x="0" y="56692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59891" y="2809589"/>
            <a:ext cx="2117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Iteration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</a:t>
            </a:r>
            <a:r>
              <a:rPr sz="1575" baseline="26455" dirty="0">
                <a:latin typeface="Arial"/>
                <a:cs typeface="Arial"/>
              </a:rPr>
              <a:t>st</a:t>
            </a:r>
            <a:r>
              <a:rPr sz="1575" spc="187" baseline="264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Release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20402" y="2524062"/>
            <a:ext cx="49752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Define/modify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Select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implement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stories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iteration</a:t>
            </a:r>
            <a:endParaRPr sz="1800">
              <a:latin typeface="Arial"/>
              <a:cs typeface="Arial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Perform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functional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tests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customer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7697" y="3649789"/>
            <a:ext cx="2141855" cy="609600"/>
            <a:chOff x="627697" y="3649789"/>
            <a:chExt cx="2141855" cy="609600"/>
          </a:xfrm>
        </p:grpSpPr>
        <p:sp>
          <p:nvSpPr>
            <p:cNvPr id="22" name="object 22"/>
            <p:cNvSpPr/>
            <p:nvPr/>
          </p:nvSpPr>
          <p:spPr>
            <a:xfrm>
              <a:off x="703897" y="3725989"/>
              <a:ext cx="2065655" cy="533400"/>
            </a:xfrm>
            <a:custGeom>
              <a:avLst/>
              <a:gdLst/>
              <a:ahLst/>
              <a:cxnLst/>
              <a:rect l="l" t="t" r="r" b="b"/>
              <a:pathLst>
                <a:path w="2065655" h="533400">
                  <a:moveTo>
                    <a:pt x="2065401" y="0"/>
                  </a:moveTo>
                  <a:lnTo>
                    <a:pt x="1984438" y="0"/>
                  </a:lnTo>
                  <a:lnTo>
                    <a:pt x="1984438" y="4762"/>
                  </a:lnTo>
                  <a:lnTo>
                    <a:pt x="1984438" y="10160"/>
                  </a:lnTo>
                  <a:lnTo>
                    <a:pt x="1984438" y="453072"/>
                  </a:lnTo>
                  <a:lnTo>
                    <a:pt x="4762" y="453072"/>
                  </a:lnTo>
                  <a:lnTo>
                    <a:pt x="4762" y="453390"/>
                  </a:lnTo>
                  <a:lnTo>
                    <a:pt x="0" y="453390"/>
                  </a:lnTo>
                  <a:lnTo>
                    <a:pt x="0" y="524510"/>
                  </a:lnTo>
                  <a:lnTo>
                    <a:pt x="0" y="533400"/>
                  </a:lnTo>
                  <a:lnTo>
                    <a:pt x="2065401" y="533400"/>
                  </a:lnTo>
                  <a:lnTo>
                    <a:pt x="2065401" y="524510"/>
                  </a:lnTo>
                  <a:lnTo>
                    <a:pt x="2065401" y="453390"/>
                  </a:lnTo>
                  <a:lnTo>
                    <a:pt x="2065401" y="10160"/>
                  </a:lnTo>
                  <a:lnTo>
                    <a:pt x="206540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459" y="3654552"/>
              <a:ext cx="2055876" cy="52425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2459" y="3654552"/>
              <a:ext cx="2056130" cy="524510"/>
            </a:xfrm>
            <a:custGeom>
              <a:avLst/>
              <a:gdLst/>
              <a:ahLst/>
              <a:cxnLst/>
              <a:rect l="l" t="t" r="r" b="b"/>
              <a:pathLst>
                <a:path w="2056130" h="524510">
                  <a:moveTo>
                    <a:pt x="0" y="0"/>
                  </a:moveTo>
                  <a:lnTo>
                    <a:pt x="2055876" y="0"/>
                  </a:lnTo>
                  <a:lnTo>
                    <a:pt x="2055876" y="524256"/>
                  </a:lnTo>
                  <a:lnTo>
                    <a:pt x="0" y="52425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67907" y="3760546"/>
            <a:ext cx="158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Productionizing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2950" y="3628872"/>
            <a:ext cx="4619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Evaluate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improve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system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performance</a:t>
            </a:r>
            <a:endParaRPr sz="1800">
              <a:latin typeface="Arial"/>
              <a:cs typeface="Arial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Certify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test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system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production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use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7697" y="4477321"/>
            <a:ext cx="2141855" cy="612140"/>
            <a:chOff x="627697" y="4477321"/>
            <a:chExt cx="2141855" cy="612140"/>
          </a:xfrm>
        </p:grpSpPr>
        <p:sp>
          <p:nvSpPr>
            <p:cNvPr id="28" name="object 28"/>
            <p:cNvSpPr/>
            <p:nvPr/>
          </p:nvSpPr>
          <p:spPr>
            <a:xfrm>
              <a:off x="703897" y="4553521"/>
              <a:ext cx="2065655" cy="535940"/>
            </a:xfrm>
            <a:custGeom>
              <a:avLst/>
              <a:gdLst/>
              <a:ahLst/>
              <a:cxnLst/>
              <a:rect l="l" t="t" r="r" b="b"/>
              <a:pathLst>
                <a:path w="2065655" h="535939">
                  <a:moveTo>
                    <a:pt x="2065401" y="0"/>
                  </a:moveTo>
                  <a:lnTo>
                    <a:pt x="1984438" y="0"/>
                  </a:lnTo>
                  <a:lnTo>
                    <a:pt x="1984438" y="4762"/>
                  </a:lnTo>
                  <a:lnTo>
                    <a:pt x="1984438" y="10160"/>
                  </a:lnTo>
                  <a:lnTo>
                    <a:pt x="1984438" y="454342"/>
                  </a:lnTo>
                  <a:lnTo>
                    <a:pt x="4762" y="454342"/>
                  </a:lnTo>
                  <a:lnTo>
                    <a:pt x="4762" y="454660"/>
                  </a:lnTo>
                  <a:lnTo>
                    <a:pt x="0" y="454660"/>
                  </a:lnTo>
                  <a:lnTo>
                    <a:pt x="0" y="525780"/>
                  </a:lnTo>
                  <a:lnTo>
                    <a:pt x="0" y="535940"/>
                  </a:lnTo>
                  <a:lnTo>
                    <a:pt x="2065401" y="535940"/>
                  </a:lnTo>
                  <a:lnTo>
                    <a:pt x="2065401" y="525780"/>
                  </a:lnTo>
                  <a:lnTo>
                    <a:pt x="2065401" y="454660"/>
                  </a:lnTo>
                  <a:lnTo>
                    <a:pt x="2065401" y="10160"/>
                  </a:lnTo>
                  <a:lnTo>
                    <a:pt x="206540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2459" y="4482084"/>
              <a:ext cx="2055876" cy="5257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2459" y="4482084"/>
              <a:ext cx="2056130" cy="525780"/>
            </a:xfrm>
            <a:custGeom>
              <a:avLst/>
              <a:gdLst/>
              <a:ahLst/>
              <a:cxnLst/>
              <a:rect l="l" t="t" r="r" b="b"/>
              <a:pathLst>
                <a:path w="2056130" h="525779">
                  <a:moveTo>
                    <a:pt x="0" y="0"/>
                  </a:moveTo>
                  <a:lnTo>
                    <a:pt x="2055876" y="0"/>
                  </a:lnTo>
                  <a:lnTo>
                    <a:pt x="2055876" y="525780"/>
                  </a:lnTo>
                  <a:lnTo>
                    <a:pt x="0" y="52578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94399" y="4589221"/>
            <a:ext cx="1330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Maintenance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63026" y="4457547"/>
            <a:ext cx="4200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Improve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current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release</a:t>
            </a:r>
            <a:endParaRPr sz="1800">
              <a:latin typeface="Arial"/>
              <a:cs typeface="Arial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Repeat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process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new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release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7697" y="5307901"/>
            <a:ext cx="2212340" cy="610870"/>
            <a:chOff x="627697" y="5307901"/>
            <a:chExt cx="2212340" cy="610870"/>
          </a:xfrm>
        </p:grpSpPr>
        <p:sp>
          <p:nvSpPr>
            <p:cNvPr id="34" name="object 34"/>
            <p:cNvSpPr/>
            <p:nvPr/>
          </p:nvSpPr>
          <p:spPr>
            <a:xfrm>
              <a:off x="703884" y="5384101"/>
              <a:ext cx="2136140" cy="534670"/>
            </a:xfrm>
            <a:custGeom>
              <a:avLst/>
              <a:gdLst/>
              <a:ahLst/>
              <a:cxnLst/>
              <a:rect l="l" t="t" r="r" b="b"/>
              <a:pathLst>
                <a:path w="2136140" h="534670">
                  <a:moveTo>
                    <a:pt x="2135517" y="0"/>
                  </a:moveTo>
                  <a:lnTo>
                    <a:pt x="2054542" y="0"/>
                  </a:lnTo>
                  <a:lnTo>
                    <a:pt x="2054542" y="4775"/>
                  </a:lnTo>
                  <a:lnTo>
                    <a:pt x="2054542" y="10160"/>
                  </a:lnTo>
                  <a:lnTo>
                    <a:pt x="2054542" y="454355"/>
                  </a:lnTo>
                  <a:lnTo>
                    <a:pt x="4762" y="454355"/>
                  </a:lnTo>
                  <a:lnTo>
                    <a:pt x="4762" y="454660"/>
                  </a:lnTo>
                  <a:lnTo>
                    <a:pt x="0" y="454660"/>
                  </a:lnTo>
                  <a:lnTo>
                    <a:pt x="0" y="525780"/>
                  </a:lnTo>
                  <a:lnTo>
                    <a:pt x="0" y="534670"/>
                  </a:lnTo>
                  <a:lnTo>
                    <a:pt x="2135517" y="534670"/>
                  </a:lnTo>
                  <a:lnTo>
                    <a:pt x="2135517" y="525780"/>
                  </a:lnTo>
                  <a:lnTo>
                    <a:pt x="2135517" y="454660"/>
                  </a:lnTo>
                  <a:lnTo>
                    <a:pt x="2135517" y="10160"/>
                  </a:lnTo>
                  <a:lnTo>
                    <a:pt x="213551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459" y="5312664"/>
              <a:ext cx="2125979" cy="52578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2459" y="5312664"/>
              <a:ext cx="2125980" cy="525780"/>
            </a:xfrm>
            <a:custGeom>
              <a:avLst/>
              <a:gdLst/>
              <a:ahLst/>
              <a:cxnLst/>
              <a:rect l="l" t="t" r="r" b="b"/>
              <a:pathLst>
                <a:path w="2125980" h="525779">
                  <a:moveTo>
                    <a:pt x="0" y="0"/>
                  </a:moveTo>
                  <a:lnTo>
                    <a:pt x="2125979" y="0"/>
                  </a:lnTo>
                  <a:lnTo>
                    <a:pt x="2125979" y="525780"/>
                  </a:lnTo>
                  <a:lnTo>
                    <a:pt x="0" y="52578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378711" y="5420138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Death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39516" y="5288008"/>
            <a:ext cx="47104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311785" indent="-2546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Produce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system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documentation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project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done,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dirty="0">
                <a:latin typeface="Arial"/>
                <a:cs typeface="Arial"/>
              </a:rPr>
              <a:t>Replace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system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maintenance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costly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F4CCC-1B75-1F8D-4DD3-95FF8EE4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A574AC-C72C-372B-7CE7-3CF055DE8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D4EE029-F7BB-5A70-0542-C054AC974C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169035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dirty="0">
                <a:latin typeface="+mj-lt"/>
                <a:cs typeface="+mj-cs"/>
              </a:rPr>
              <a:t>Cystal Clear Method </a:t>
            </a:r>
            <a:endParaRPr lang="en-US" sz="4000" kern="1200" spc="-2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B74306-62C2-73BA-B31B-2E289E1A6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517D50-A4A2-D963-2682-7F5B13F20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A433C0-6EDD-FD52-B961-2F6CEA517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C4CBF78-C1AA-73D2-6BCE-11CF8FA1B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63E0E60-4DD6-969F-DA72-4A15F13FA35B}"/>
              </a:ext>
            </a:extLst>
          </p:cNvPr>
          <p:cNvSpPr txBox="1"/>
          <p:nvPr/>
        </p:nvSpPr>
        <p:spPr>
          <a:xfrm>
            <a:off x="595245" y="2599509"/>
            <a:ext cx="7607751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6365" algn="l" rtl="0">
              <a:lnSpc>
                <a:spcPct val="90000"/>
              </a:lnSpc>
              <a:spcBef>
                <a:spcPts val="880"/>
              </a:spcBef>
              <a:tabLst>
                <a:tab pos="354965" algn="l"/>
                <a:tab pos="355600" algn="l"/>
              </a:tabLst>
            </a:pPr>
            <a:endParaRPr lang="en-US" sz="2100" u="sng" kern="1200" dirty="0">
              <a:solidFill>
                <a:schemeClr val="tx1"/>
              </a:solidFill>
              <a:latin typeface="+mn-lt"/>
              <a:ea typeface="+mn-ea"/>
              <a:cs typeface="+mn-cs"/>
              <a:hlinkClick r:id="rId2"/>
            </a:endParaRPr>
          </a:p>
          <a:p>
            <a:pPr marL="354965" indent="-228600" algn="l" rtl="0">
              <a:lnSpc>
                <a:spcPct val="90000"/>
              </a:lnSpc>
              <a:spcBef>
                <a:spcPts val="88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https://devcom.com/tech-blog/crystal-method-in-agile-development-an-in-depth-guide/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6365" algn="l" rtl="0">
              <a:lnSpc>
                <a:spcPct val="90000"/>
              </a:lnSpc>
              <a:spcBef>
                <a:spcPts val="880"/>
              </a:spcBef>
              <a:tabLst>
                <a:tab pos="354965" algn="l"/>
                <a:tab pos="355600" algn="l"/>
              </a:tabLst>
            </a:pP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788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95"/>
              </a:spcBef>
            </a:pPr>
            <a:r>
              <a:rPr dirty="0"/>
              <a:t>Methodology</a:t>
            </a:r>
            <a:r>
              <a:rPr spc="-110" dirty="0"/>
              <a:t> </a:t>
            </a:r>
            <a:r>
              <a:rPr dirty="0"/>
              <a:t>Overview</a:t>
            </a:r>
            <a:r>
              <a:rPr spc="-85" dirty="0"/>
              <a:t> </a:t>
            </a:r>
            <a:r>
              <a:rPr dirty="0"/>
              <a:t>–</a:t>
            </a:r>
            <a:r>
              <a:rPr spc="-90" dirty="0"/>
              <a:t> </a:t>
            </a:r>
            <a:r>
              <a:rPr dirty="0"/>
              <a:t>Planning</a:t>
            </a:r>
            <a:r>
              <a:rPr spc="-105" dirty="0"/>
              <a:t> </a:t>
            </a:r>
            <a:r>
              <a:rPr spc="-10" dirty="0"/>
              <a:t>Phase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65576" y="1116330"/>
            <a:ext cx="3182620" cy="5116195"/>
            <a:chOff x="3465576" y="1116330"/>
            <a:chExt cx="3182620" cy="5116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3488" y="2551176"/>
              <a:ext cx="3066287" cy="7299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5576" y="1501140"/>
              <a:ext cx="3182111" cy="6797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6913" y="1116330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75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3420" y="1437388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6913" y="2163318"/>
              <a:ext cx="0" cy="352425"/>
            </a:xfrm>
            <a:custGeom>
              <a:avLst/>
              <a:gdLst/>
              <a:ahLst/>
              <a:cxnLst/>
              <a:rect l="l" t="t" r="r" b="b"/>
              <a:pathLst>
                <a:path h="352425">
                  <a:moveTo>
                    <a:pt x="0" y="0"/>
                  </a:moveTo>
                  <a:lnTo>
                    <a:pt x="0" y="3520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3420" y="2502664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50920" y="3889248"/>
              <a:ext cx="3012947" cy="7726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26913" y="3251453"/>
              <a:ext cx="0" cy="619125"/>
            </a:xfrm>
            <a:custGeom>
              <a:avLst/>
              <a:gdLst/>
              <a:ahLst/>
              <a:cxnLst/>
              <a:rect l="l" t="t" r="r" b="b"/>
              <a:pathLst>
                <a:path h="619125">
                  <a:moveTo>
                    <a:pt x="0" y="0"/>
                  </a:moveTo>
                  <a:lnTo>
                    <a:pt x="0" y="61874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63420" y="385750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26913" y="5747765"/>
              <a:ext cx="0" cy="370840"/>
            </a:xfrm>
            <a:custGeom>
              <a:avLst/>
              <a:gdLst/>
              <a:ahLst/>
              <a:cxnLst/>
              <a:rect l="l" t="t" r="r" b="b"/>
              <a:pathLst>
                <a:path h="370839">
                  <a:moveTo>
                    <a:pt x="0" y="0"/>
                  </a:moveTo>
                  <a:lnTo>
                    <a:pt x="0" y="37033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63420" y="610540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6999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9396" y="5017008"/>
              <a:ext cx="3015995" cy="75437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026913" y="4636770"/>
              <a:ext cx="0" cy="347980"/>
            </a:xfrm>
            <a:custGeom>
              <a:avLst/>
              <a:gdLst/>
              <a:ahLst/>
              <a:cxnLst/>
              <a:rect l="l" t="t" r="r" b="b"/>
              <a:pathLst>
                <a:path h="347979">
                  <a:moveTo>
                    <a:pt x="0" y="0"/>
                  </a:moveTo>
                  <a:lnTo>
                    <a:pt x="0" y="34747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3420" y="4971544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74469" y="854024"/>
            <a:ext cx="4709160" cy="5226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5930" marR="1428750" indent="-620395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Business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goals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needs </a:t>
            </a:r>
            <a:r>
              <a:rPr sz="1800" dirty="0">
                <a:latin typeface="Times New Roman"/>
                <a:cs typeface="Times New Roman"/>
              </a:rPr>
              <a:t>Current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situation</a:t>
            </a:r>
            <a:endParaRPr sz="1800">
              <a:latin typeface="Times New Roman"/>
              <a:cs typeface="Times New Roman"/>
            </a:endParaRPr>
          </a:p>
          <a:p>
            <a:pPr marL="2205990" marR="5080" algn="ctr">
              <a:lnSpc>
                <a:spcPct val="100000"/>
              </a:lnSpc>
              <a:spcBef>
                <a:spcPts val="1130"/>
              </a:spcBef>
            </a:pPr>
            <a:r>
              <a:rPr sz="1800" dirty="0">
                <a:latin typeface="Times New Roman"/>
                <a:cs typeface="Times New Roman"/>
              </a:rPr>
              <a:t>Acquiring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Requirements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&amp; </a:t>
            </a:r>
            <a:r>
              <a:rPr sz="1800" dirty="0">
                <a:latin typeface="Times New Roman"/>
                <a:cs typeface="Times New Roman"/>
              </a:rPr>
              <a:t>Domain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Modeling</a:t>
            </a:r>
            <a:endParaRPr sz="1800">
              <a:latin typeface="Times New Roman"/>
              <a:cs typeface="Times New Roman"/>
            </a:endParaRPr>
          </a:p>
          <a:p>
            <a:pPr marL="2000250">
              <a:lnSpc>
                <a:spcPct val="100000"/>
              </a:lnSpc>
              <a:spcBef>
                <a:spcPts val="815"/>
              </a:spcBef>
            </a:pPr>
            <a:r>
              <a:rPr sz="1800" spc="-10" dirty="0">
                <a:latin typeface="Times New Roman"/>
                <a:cs typeface="Times New Roman"/>
              </a:rPr>
              <a:t>Requirements</a:t>
            </a:r>
            <a:endParaRPr sz="1800">
              <a:latin typeface="Times New Roman"/>
              <a:cs typeface="Times New Roman"/>
            </a:endParaRPr>
          </a:p>
          <a:p>
            <a:pPr marL="2542540" marR="340995" algn="ctr">
              <a:lnSpc>
                <a:spcPct val="100000"/>
              </a:lnSpc>
              <a:spcBef>
                <a:spcPts val="1355"/>
              </a:spcBef>
            </a:pPr>
            <a:r>
              <a:rPr sz="1800" dirty="0">
                <a:latin typeface="Times New Roman"/>
                <a:cs typeface="Times New Roman"/>
              </a:rPr>
              <a:t>Deriving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Cases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Requirements</a:t>
            </a:r>
            <a:endParaRPr sz="1800">
              <a:latin typeface="Times New Roman"/>
              <a:cs typeface="Times New Roman"/>
            </a:endParaRPr>
          </a:p>
          <a:p>
            <a:pPr marR="1430020" algn="r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latin typeface="Times New Roman"/>
                <a:cs typeface="Times New Roman"/>
              </a:rPr>
              <a:t>Abstract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cases,</a:t>
            </a:r>
            <a:endParaRPr sz="1800">
              <a:latin typeface="Times New Roman"/>
              <a:cs typeface="Times New Roman"/>
            </a:endParaRPr>
          </a:p>
          <a:p>
            <a:pPr marR="1428750" algn="r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use case </a:t>
            </a:r>
            <a:r>
              <a:rPr sz="1800" spc="-10" dirty="0">
                <a:latin typeface="Times New Roman"/>
                <a:cs typeface="Times New Roman"/>
              </a:rPr>
              <a:t>diagrams</a:t>
            </a:r>
            <a:endParaRPr sz="1800">
              <a:latin typeface="Times New Roman"/>
              <a:cs typeface="Times New Roman"/>
            </a:endParaRPr>
          </a:p>
          <a:p>
            <a:pPr marL="2350135" marR="147320" algn="ctr">
              <a:lnSpc>
                <a:spcPct val="100000"/>
              </a:lnSpc>
              <a:spcBef>
                <a:spcPts val="1580"/>
              </a:spcBef>
            </a:pPr>
            <a:r>
              <a:rPr sz="1800" dirty="0">
                <a:latin typeface="Times New Roman"/>
                <a:cs typeface="Times New Roman"/>
              </a:rPr>
              <a:t>Allocating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&amp;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" dirty="0">
                <a:latin typeface="Times New Roman"/>
                <a:cs typeface="Times New Roman"/>
              </a:rPr>
              <a:t> Iterations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case-iteration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allocation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matrix</a:t>
            </a:r>
            <a:endParaRPr sz="1800">
              <a:latin typeface="Times New Roman"/>
              <a:cs typeface="Times New Roman"/>
            </a:endParaRPr>
          </a:p>
          <a:p>
            <a:pPr marL="2528570" marR="325755" algn="ctr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latin typeface="Times New Roman"/>
                <a:cs typeface="Times New Roman"/>
              </a:rPr>
              <a:t>Producing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 </a:t>
            </a:r>
            <a:r>
              <a:rPr sz="1800" dirty="0">
                <a:latin typeface="Times New Roman"/>
                <a:cs typeface="Times New Roman"/>
              </a:rPr>
              <a:t>Architecture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  <a:p>
            <a:pPr marR="123189" algn="ctr">
              <a:lnSpc>
                <a:spcPct val="100000"/>
              </a:lnSpc>
              <a:spcBef>
                <a:spcPts val="1055"/>
              </a:spcBef>
            </a:pP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architecture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3064" y="1370076"/>
            <a:ext cx="4382770" cy="5001895"/>
            <a:chOff x="1663064" y="1370076"/>
            <a:chExt cx="4382770" cy="5001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200" y="3066288"/>
              <a:ext cx="3209543" cy="6827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5872" y="2299716"/>
              <a:ext cx="3172967" cy="5151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7584" y="1370076"/>
              <a:ext cx="3160775" cy="6903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1572" y="5855208"/>
              <a:ext cx="3358895" cy="5166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6305" y="6148578"/>
              <a:ext cx="1024255" cy="6350"/>
            </a:xfrm>
            <a:custGeom>
              <a:avLst/>
              <a:gdLst/>
              <a:ahLst/>
              <a:cxnLst/>
              <a:rect l="l" t="t" r="r" b="b"/>
              <a:pathLst>
                <a:path w="1024255" h="6350">
                  <a:moveTo>
                    <a:pt x="1024128" y="0"/>
                  </a:moveTo>
                  <a:lnTo>
                    <a:pt x="0" y="609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72589" y="1739645"/>
              <a:ext cx="0" cy="4424680"/>
            </a:xfrm>
            <a:custGeom>
              <a:avLst/>
              <a:gdLst/>
              <a:ahLst/>
              <a:cxnLst/>
              <a:rect l="l" t="t" r="r" b="b"/>
              <a:pathLst>
                <a:path h="4424680">
                  <a:moveTo>
                    <a:pt x="0" y="442417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72589" y="1739645"/>
              <a:ext cx="998219" cy="0"/>
            </a:xfrm>
            <a:custGeom>
              <a:avLst/>
              <a:gdLst/>
              <a:ahLst/>
              <a:cxnLst/>
              <a:rect l="l" t="t" r="r" b="b"/>
              <a:pathLst>
                <a:path w="998219">
                  <a:moveTo>
                    <a:pt x="0" y="0"/>
                  </a:moveTo>
                  <a:lnTo>
                    <a:pt x="99821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8112" y="1676151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5476" y="4064507"/>
              <a:ext cx="3364991" cy="6019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0527" y="4911852"/>
              <a:ext cx="3345179" cy="59893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292221" y="1423987"/>
            <a:ext cx="2872105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4865" indent="25146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Accommodating </a:t>
            </a:r>
            <a:r>
              <a:rPr sz="1800" dirty="0">
                <a:latin typeface="Times New Roman"/>
                <a:cs typeface="Times New Roman"/>
              </a:rPr>
              <a:t>Requirements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Change</a:t>
            </a:r>
            <a:endParaRPr sz="1800">
              <a:latin typeface="Times New Roman"/>
              <a:cs typeface="Times New Roman"/>
            </a:endParaRPr>
          </a:p>
          <a:p>
            <a:pPr marL="1180465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latin typeface="Times New Roman"/>
                <a:cs typeface="Times New Roman"/>
              </a:rPr>
              <a:t>Iteration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cases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95"/>
              </a:spcBef>
            </a:pPr>
            <a:r>
              <a:rPr dirty="0"/>
              <a:t>Methodology</a:t>
            </a:r>
            <a:r>
              <a:rPr spc="-114" dirty="0"/>
              <a:t> </a:t>
            </a:r>
            <a:r>
              <a:rPr dirty="0"/>
              <a:t>Overview</a:t>
            </a:r>
            <a:r>
              <a:rPr spc="-85" dirty="0"/>
              <a:t> </a:t>
            </a:r>
            <a:r>
              <a:rPr dirty="0"/>
              <a:t>–</a:t>
            </a:r>
            <a:r>
              <a:rPr spc="-90" dirty="0"/>
              <a:t> </a:t>
            </a:r>
            <a:r>
              <a:rPr dirty="0"/>
              <a:t>Iterative</a:t>
            </a:r>
            <a:r>
              <a:rPr spc="-110" dirty="0"/>
              <a:t> </a:t>
            </a:r>
            <a:r>
              <a:rPr spc="-10" dirty="0"/>
              <a:t>Phase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53841" y="2354249"/>
            <a:ext cx="2714625" cy="135064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latin typeface="Times New Roman"/>
                <a:cs typeface="Times New Roman"/>
              </a:rPr>
              <a:t>Domain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Modeling</a:t>
            </a:r>
            <a:endParaRPr sz="1800">
              <a:latin typeface="Times New Roman"/>
              <a:cs typeface="Times New Roman"/>
            </a:endParaRPr>
          </a:p>
          <a:p>
            <a:pPr marL="1336040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latin typeface="Times New Roman"/>
                <a:cs typeface="Times New Roman"/>
              </a:rPr>
              <a:t>Domain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  <a:p>
            <a:pPr marL="106680" marR="377190" indent="-94615">
              <a:lnSpc>
                <a:spcPct val="100000"/>
              </a:lnSpc>
              <a:spcBef>
                <a:spcPts val="615"/>
              </a:spcBef>
            </a:pPr>
            <a:r>
              <a:rPr sz="1800" spc="-10" dirty="0">
                <a:latin typeface="Times New Roman"/>
                <a:cs typeface="Times New Roman"/>
              </a:rPr>
              <a:t>Actor-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Interaction </a:t>
            </a:r>
            <a:r>
              <a:rPr sz="1800" dirty="0">
                <a:latin typeface="Times New Roman"/>
                <a:cs typeface="Times New Roman"/>
              </a:rPr>
              <a:t>Modeling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UI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83839" y="3768445"/>
            <a:ext cx="4675505" cy="250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Expanded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UI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  <a:p>
            <a:pPr marL="680085">
              <a:lnSpc>
                <a:spcPct val="100000"/>
              </a:lnSpc>
              <a:spcBef>
                <a:spcPts val="1505"/>
              </a:spcBef>
            </a:pPr>
            <a:r>
              <a:rPr sz="1800" dirty="0">
                <a:latin typeface="Times New Roman"/>
                <a:cs typeface="Times New Roman"/>
              </a:rPr>
              <a:t>Behavioral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  <a:p>
            <a:pPr marL="1741170">
              <a:lnSpc>
                <a:spcPct val="100000"/>
              </a:lnSpc>
              <a:spcBef>
                <a:spcPts val="935"/>
              </a:spcBef>
            </a:pPr>
            <a:r>
              <a:rPr sz="1800" dirty="0">
                <a:latin typeface="Times New Roman"/>
                <a:cs typeface="Times New Roman"/>
              </a:rPr>
              <a:t>Behavior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diagrams</a:t>
            </a:r>
            <a:endParaRPr sz="18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1405"/>
              </a:spcBef>
            </a:pPr>
            <a:r>
              <a:rPr sz="1800" dirty="0">
                <a:latin typeface="Times New Roman"/>
                <a:cs typeface="Times New Roman"/>
              </a:rPr>
              <a:t>Deriving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>
              <a:latin typeface="Times New Roman"/>
              <a:cs typeface="Times New Roman"/>
            </a:endParaRPr>
          </a:p>
          <a:p>
            <a:pPr marL="12700" marR="1055370" indent="1640839">
              <a:lnSpc>
                <a:spcPts val="3529"/>
              </a:lnSpc>
              <a:spcBef>
                <a:spcPts val="140"/>
              </a:spcBef>
            </a:pP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 </a:t>
            </a:r>
            <a:r>
              <a:rPr sz="1800" spc="-10" dirty="0">
                <a:latin typeface="Times New Roman"/>
                <a:cs typeface="Times New Roman"/>
              </a:rPr>
              <a:t>diagram </a:t>
            </a:r>
            <a:r>
              <a:rPr sz="1800" dirty="0">
                <a:latin typeface="Times New Roman"/>
                <a:cs typeface="Times New Roman"/>
              </a:rPr>
              <a:t>TDD,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Integration,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Deployment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62380" y="1035558"/>
            <a:ext cx="3752215" cy="4901565"/>
            <a:chOff x="4262380" y="1035558"/>
            <a:chExt cx="3752215" cy="4901565"/>
          </a:xfrm>
        </p:grpSpPr>
        <p:sp>
          <p:nvSpPr>
            <p:cNvPr id="18" name="object 18"/>
            <p:cNvSpPr/>
            <p:nvPr/>
          </p:nvSpPr>
          <p:spPr>
            <a:xfrm>
              <a:off x="4325874" y="2039874"/>
              <a:ext cx="0" cy="233679"/>
            </a:xfrm>
            <a:custGeom>
              <a:avLst/>
              <a:gdLst/>
              <a:ahLst/>
              <a:cxnLst/>
              <a:rect l="l" t="t" r="r" b="b"/>
              <a:pathLst>
                <a:path h="233680">
                  <a:moveTo>
                    <a:pt x="0" y="0"/>
                  </a:moveTo>
                  <a:lnTo>
                    <a:pt x="0" y="23317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62380" y="2260348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25874" y="3726941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0"/>
                  </a:moveTo>
                  <a:lnTo>
                    <a:pt x="0" y="30479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62380" y="4019044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25874" y="4638293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20">
                  <a:moveTo>
                    <a:pt x="0" y="0"/>
                  </a:moveTo>
                  <a:lnTo>
                    <a:pt x="0" y="23621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62380" y="4861816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42638" y="5500878"/>
              <a:ext cx="8255" cy="321945"/>
            </a:xfrm>
            <a:custGeom>
              <a:avLst/>
              <a:gdLst/>
              <a:ahLst/>
              <a:cxnLst/>
              <a:rect l="l" t="t" r="r" b="b"/>
              <a:pathLst>
                <a:path w="8254" h="321945">
                  <a:moveTo>
                    <a:pt x="0" y="0"/>
                  </a:moveTo>
                  <a:lnTo>
                    <a:pt x="7874" y="32160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86723" y="5808229"/>
              <a:ext cx="127000" cy="128905"/>
            </a:xfrm>
            <a:custGeom>
              <a:avLst/>
              <a:gdLst/>
              <a:ahLst/>
              <a:cxnLst/>
              <a:rect l="l" t="t" r="r" b="b"/>
              <a:pathLst>
                <a:path w="127000" h="128904">
                  <a:moveTo>
                    <a:pt x="126961" y="0"/>
                  </a:moveTo>
                  <a:lnTo>
                    <a:pt x="0" y="3098"/>
                  </a:lnTo>
                  <a:lnTo>
                    <a:pt x="66586" y="128511"/>
                  </a:lnTo>
                  <a:lnTo>
                    <a:pt x="126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39590" y="1035558"/>
              <a:ext cx="0" cy="234950"/>
            </a:xfrm>
            <a:custGeom>
              <a:avLst/>
              <a:gdLst/>
              <a:ahLst/>
              <a:cxnLst/>
              <a:rect l="l" t="t" r="r" b="b"/>
              <a:pathLst>
                <a:path h="234950">
                  <a:moveTo>
                    <a:pt x="0" y="0"/>
                  </a:moveTo>
                  <a:lnTo>
                    <a:pt x="0" y="23469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76096" y="1257557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42638" y="2798825"/>
              <a:ext cx="0" cy="236220"/>
            </a:xfrm>
            <a:custGeom>
              <a:avLst/>
              <a:gdLst/>
              <a:ahLst/>
              <a:cxnLst/>
              <a:rect l="l" t="t" r="r" b="b"/>
              <a:pathLst>
                <a:path h="236219">
                  <a:moveTo>
                    <a:pt x="0" y="0"/>
                  </a:moveTo>
                  <a:lnTo>
                    <a:pt x="0" y="2362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79144" y="3022348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0"/>
                  </a:lnTo>
                  <a:lnTo>
                    <a:pt x="635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8454" y="2583941"/>
              <a:ext cx="2075814" cy="1905"/>
            </a:xfrm>
            <a:custGeom>
              <a:avLst/>
              <a:gdLst/>
              <a:ahLst/>
              <a:cxnLst/>
              <a:rect l="l" t="t" r="r" b="b"/>
              <a:pathLst>
                <a:path w="2075815" h="1905">
                  <a:moveTo>
                    <a:pt x="0" y="0"/>
                  </a:moveTo>
                  <a:lnTo>
                    <a:pt x="2075688" y="152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04810" y="2586990"/>
              <a:ext cx="0" cy="2656840"/>
            </a:xfrm>
            <a:custGeom>
              <a:avLst/>
              <a:gdLst/>
              <a:ahLst/>
              <a:cxnLst/>
              <a:rect l="l" t="t" r="r" b="b"/>
              <a:pathLst>
                <a:path h="2656840">
                  <a:moveTo>
                    <a:pt x="0" y="0"/>
                  </a:moveTo>
                  <a:lnTo>
                    <a:pt x="0" y="265633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36386" y="4397502"/>
              <a:ext cx="1868805" cy="0"/>
            </a:xfrm>
            <a:custGeom>
              <a:avLst/>
              <a:gdLst/>
              <a:ahLst/>
              <a:cxnLst/>
              <a:rect l="l" t="t" r="r" b="b"/>
              <a:pathLst>
                <a:path w="1868804">
                  <a:moveTo>
                    <a:pt x="1868424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22082" y="4333996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34862" y="5243322"/>
              <a:ext cx="1870075" cy="0"/>
            </a:xfrm>
            <a:custGeom>
              <a:avLst/>
              <a:gdLst/>
              <a:ahLst/>
              <a:cxnLst/>
              <a:rect l="l" t="t" r="r" b="b"/>
              <a:pathLst>
                <a:path w="1870075">
                  <a:moveTo>
                    <a:pt x="1869948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20559" y="5179817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38562" y="3154362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Domain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93577" y="995362"/>
            <a:ext cx="3340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case-iteration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allocation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matrix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91804" y="973188"/>
            <a:ext cx="1990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architecture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2179</Words>
  <Application>Microsoft Office PowerPoint</Application>
  <PresentationFormat>On-screen Show (4:3)</PresentationFormat>
  <Paragraphs>354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Times New Roman</vt:lpstr>
      <vt:lpstr>Wingdings</vt:lpstr>
      <vt:lpstr>Office Theme</vt:lpstr>
      <vt:lpstr>PowerPoint Presentation</vt:lpstr>
      <vt:lpstr>Key Takeaway Points</vt:lpstr>
      <vt:lpstr>Challenges of System Development</vt:lpstr>
      <vt:lpstr>Challenges of Systems Development</vt:lpstr>
      <vt:lpstr>Properties of a Tame Problem</vt:lpstr>
      <vt:lpstr>Examples of Tame Problem</vt:lpstr>
      <vt:lpstr>Software Development Is a Wicked Problem</vt:lpstr>
      <vt:lpstr>Examples of Wicked Problem</vt:lpstr>
      <vt:lpstr>Software Process</vt:lpstr>
      <vt:lpstr>Software Process Models</vt:lpstr>
      <vt:lpstr>The Waterfall Process</vt:lpstr>
      <vt:lpstr>The Waterfall Model</vt:lpstr>
      <vt:lpstr>Advantages and disadvantages of the Waterfall Model</vt:lpstr>
      <vt:lpstr>Prototyping Process Model</vt:lpstr>
      <vt:lpstr>Evolutionary Prototyping Model</vt:lpstr>
      <vt:lpstr>Spiral Process Model</vt:lpstr>
      <vt:lpstr>Incremental development  </vt:lpstr>
      <vt:lpstr>Incremental development benefits</vt:lpstr>
      <vt:lpstr>Incremental development problems</vt:lpstr>
      <vt:lpstr>Personal Software Process Model</vt:lpstr>
      <vt:lpstr>Personal Software Process Model</vt:lpstr>
      <vt:lpstr>PowerPoint Presentation</vt:lpstr>
      <vt:lpstr>Methodology</vt:lpstr>
      <vt:lpstr>Process and Methodology</vt:lpstr>
      <vt:lpstr>Software Paradigm</vt:lpstr>
      <vt:lpstr>Three Paradigms in History</vt:lpstr>
      <vt:lpstr>Paradigm and Methodology</vt:lpstr>
      <vt:lpstr>Some Well-Known Methods (Methodologies) </vt:lpstr>
      <vt:lpstr>DSDM Lifecycle Activities</vt:lpstr>
      <vt:lpstr>Scrum</vt:lpstr>
      <vt:lpstr>Scrum Lifecycle Activities</vt:lpstr>
      <vt:lpstr>Scrum Process</vt:lpstr>
      <vt:lpstr>Extreme Programming (XP)</vt:lpstr>
      <vt:lpstr>XP Lifecycle Activities</vt:lpstr>
      <vt:lpstr>Cystal Clear Method </vt:lpstr>
      <vt:lpstr>Methodology Overview – Planning Phase</vt:lpstr>
      <vt:lpstr>Methodology Overview – Iterative Phase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Process and Methodology</dc:title>
  <dc:subject/>
  <dc:creator>cse</dc:creator>
  <cp:keywords/>
  <dc:description/>
  <cp:lastModifiedBy>Loai Tawalbeh</cp:lastModifiedBy>
  <cp:revision>59</cp:revision>
  <dcterms:created xsi:type="dcterms:W3CDTF">2023-04-09T14:22:02Z</dcterms:created>
  <dcterms:modified xsi:type="dcterms:W3CDTF">2024-11-05T21:43:33Z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2020-12-27T10:00:00Z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2023-04-08T10:00:00Z</vt:filetime>
  </property>
  <property fmtid="{D5CDD505-2E9C-101B-9397-08002B2CF9AE}" pid="5" name="Producer">
    <vt:lpwstr>Adobe PDF Library 20.13.106</vt:lpwstr>
  </property>
</Properties>
</file>